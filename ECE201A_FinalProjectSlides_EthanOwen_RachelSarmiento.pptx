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mhOCK/MYScEDOSLGKVcT1yzM2V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than Owe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customschemas.google.com/relationships/presentationmetadata" Target="meta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commentAuthors" Target="commentAuthor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1F4112-2CFB-45A6-B3BE-7F20C70A9F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7EFB3E-5856-45E4-995F-AFF1780004D0}">
      <dgm:prSet phldrT="[Text]" phldr="0"/>
      <dgm:spPr/>
      <dgm:t>
        <a:bodyPr/>
        <a:lstStyle/>
        <a:p>
          <a:r>
            <a:rPr lang="en-US" dirty="0"/>
            <a:t>Background</a:t>
          </a:r>
        </a:p>
      </dgm:t>
    </dgm:pt>
    <dgm:pt modelId="{29747A49-E2C1-41B5-BEA4-AC0C96F44763}" type="parTrans" cxnId="{B01D73A0-F89D-4A3A-891D-2C9682F1D2F4}">
      <dgm:prSet/>
      <dgm:spPr/>
      <dgm:t>
        <a:bodyPr/>
        <a:lstStyle/>
        <a:p>
          <a:endParaRPr lang="en-US"/>
        </a:p>
      </dgm:t>
    </dgm:pt>
    <dgm:pt modelId="{20088A30-011E-4590-BB7E-26295380218A}" type="sibTrans" cxnId="{B01D73A0-F89D-4A3A-891D-2C9682F1D2F4}">
      <dgm:prSet/>
      <dgm:spPr/>
      <dgm:t>
        <a:bodyPr/>
        <a:lstStyle/>
        <a:p>
          <a:endParaRPr lang="en-US"/>
        </a:p>
      </dgm:t>
    </dgm:pt>
    <dgm:pt modelId="{12288782-432A-4C98-9F52-1EB2E696FC9A}">
      <dgm:prSet phldrT="[Text]" phldr="0"/>
      <dgm:spPr/>
      <dgm:t>
        <a:bodyPr/>
        <a:lstStyle/>
        <a:p>
          <a:r>
            <a:rPr lang="en-US" dirty="0"/>
            <a:t>Project</a:t>
          </a:r>
        </a:p>
      </dgm:t>
    </dgm:pt>
    <dgm:pt modelId="{68B3391F-53E4-41E1-B480-D96AAF05BD98}" type="parTrans" cxnId="{15643088-A4D1-4CFB-B484-1BC251591AC6}">
      <dgm:prSet/>
      <dgm:spPr/>
      <dgm:t>
        <a:bodyPr/>
        <a:lstStyle/>
        <a:p>
          <a:endParaRPr lang="en-US"/>
        </a:p>
      </dgm:t>
    </dgm:pt>
    <dgm:pt modelId="{A8FE5E44-0F5E-4DEA-8A38-C4EA4BFBDB31}" type="sibTrans" cxnId="{15643088-A4D1-4CFB-B484-1BC251591AC6}">
      <dgm:prSet/>
      <dgm:spPr/>
      <dgm:t>
        <a:bodyPr/>
        <a:lstStyle/>
        <a:p>
          <a:endParaRPr lang="en-US"/>
        </a:p>
      </dgm:t>
    </dgm:pt>
    <dgm:pt modelId="{8B2FF45C-1617-4B7F-83E9-2831E69EDA41}">
      <dgm:prSet/>
      <dgm:spPr/>
      <dgm:t>
        <a:bodyPr/>
        <a:lstStyle/>
        <a:p>
          <a:pPr>
            <a:buClr>
              <a:schemeClr val="dk1"/>
            </a:buClr>
            <a:buSzPts val="1800"/>
            <a:buFont typeface="Arial"/>
            <a:buChar char="•"/>
          </a:pPr>
          <a:r>
            <a:rPr lang="en-US" b="0" i="0" u="none" strike="noStrike" cap="none" dirty="0">
              <a:latin typeface="Arial"/>
              <a:ea typeface="Arial"/>
              <a:cs typeface="Arial"/>
              <a:sym typeface="Arial"/>
            </a:rPr>
            <a:t>Modern high-performance processors use </a:t>
          </a:r>
          <a:r>
            <a:rPr lang="en-US" b="0" i="0" u="none" strike="noStrike" cap="none" dirty="0" err="1">
              <a:latin typeface="Arial"/>
              <a:ea typeface="Arial"/>
              <a:cs typeface="Arial"/>
              <a:sym typeface="Arial"/>
            </a:rPr>
            <a:t>chiplet</a:t>
          </a:r>
          <a:r>
            <a:rPr lang="en-US" b="0" i="0" u="none" strike="noStrike" cap="none" dirty="0">
              <a:latin typeface="Arial"/>
              <a:ea typeface="Arial"/>
              <a:cs typeface="Arial"/>
              <a:sym typeface="Arial"/>
            </a:rPr>
            <a:t>-based architectures where multiple dies (GPUs and HBM stacks) are integrated within a single package</a:t>
          </a:r>
          <a:endParaRPr lang="en-US" dirty="0"/>
        </a:p>
      </dgm:t>
    </dgm:pt>
    <dgm:pt modelId="{8986FC05-DDC5-4745-AD0D-73563A8E0466}" type="parTrans" cxnId="{647E5A48-A824-4CDD-9CB9-0D7CCB7FD16F}">
      <dgm:prSet/>
      <dgm:spPr/>
      <dgm:t>
        <a:bodyPr/>
        <a:lstStyle/>
        <a:p>
          <a:endParaRPr lang="en-US"/>
        </a:p>
      </dgm:t>
    </dgm:pt>
    <dgm:pt modelId="{5AA2A6D8-1BD0-4E5E-BCF5-4EEF4A0C3E31}" type="sibTrans" cxnId="{647E5A48-A824-4CDD-9CB9-0D7CCB7FD16F}">
      <dgm:prSet/>
      <dgm:spPr/>
      <dgm:t>
        <a:bodyPr/>
        <a:lstStyle/>
        <a:p>
          <a:endParaRPr lang="en-US"/>
        </a:p>
      </dgm:t>
    </dgm:pt>
    <dgm:pt modelId="{140C56A0-B478-42C6-AA7C-69695004B23C}">
      <dgm:prSet/>
      <dgm:spPr/>
      <dgm:t>
        <a:bodyPr/>
        <a:lstStyle/>
        <a:p>
          <a:r>
            <a:rPr lang="en-US" b="0" i="0" u="none" strike="noStrike" cap="none">
              <a:latin typeface="Arial"/>
              <a:ea typeface="Arial"/>
              <a:cs typeface="Arial"/>
              <a:sym typeface="Arial"/>
            </a:rPr>
            <a:t>Challenges include high power density, 3D heat spreading, stacked memory (HBM), complex package-level cooling</a:t>
          </a:r>
          <a:endParaRPr lang="en-US" dirty="0"/>
        </a:p>
      </dgm:t>
    </dgm:pt>
    <dgm:pt modelId="{895C93A0-92D0-476B-A6DB-0DCFD9BF4401}" type="parTrans" cxnId="{AE49E6A7-B8B1-4CAF-AF9E-2DBF20CBB73C}">
      <dgm:prSet/>
      <dgm:spPr/>
      <dgm:t>
        <a:bodyPr/>
        <a:lstStyle/>
        <a:p>
          <a:endParaRPr lang="en-US"/>
        </a:p>
      </dgm:t>
    </dgm:pt>
    <dgm:pt modelId="{97595B6C-95AF-4809-A8E5-52ECE5E18674}" type="sibTrans" cxnId="{AE49E6A7-B8B1-4CAF-AF9E-2DBF20CBB73C}">
      <dgm:prSet/>
      <dgm:spPr/>
      <dgm:t>
        <a:bodyPr/>
        <a:lstStyle/>
        <a:p>
          <a:endParaRPr lang="en-US"/>
        </a:p>
      </dgm:t>
    </dgm:pt>
    <dgm:pt modelId="{A95906A5-0CF1-49CE-9EFC-A09B654F2DF3}">
      <dgm:prSet/>
      <dgm:spPr/>
      <dgm:t>
        <a:bodyPr/>
        <a:lstStyle/>
        <a:p>
          <a:r>
            <a:rPr lang="en-US" b="0" i="0" u="none" strike="noStrike" cap="none">
              <a:latin typeface="Arial"/>
              <a:ea typeface="Arial"/>
              <a:cs typeface="Arial"/>
              <a:sym typeface="Arial"/>
            </a:rPr>
            <a:t>Thermal modeling informs chiplet placement, package design and cooling system</a:t>
          </a:r>
          <a:endParaRPr lang="en-US" dirty="0"/>
        </a:p>
      </dgm:t>
    </dgm:pt>
    <dgm:pt modelId="{0C8875FE-42DE-4C63-92ED-063CA2C2C653}" type="parTrans" cxnId="{2D4409FA-CD2D-49DE-9B2A-B7C7F738B3E2}">
      <dgm:prSet/>
      <dgm:spPr/>
      <dgm:t>
        <a:bodyPr/>
        <a:lstStyle/>
        <a:p>
          <a:endParaRPr lang="en-US"/>
        </a:p>
      </dgm:t>
    </dgm:pt>
    <dgm:pt modelId="{8D26D062-2382-46D7-8C8C-88A0489036EA}" type="sibTrans" cxnId="{2D4409FA-CD2D-49DE-9B2A-B7C7F738B3E2}">
      <dgm:prSet/>
      <dgm:spPr/>
      <dgm:t>
        <a:bodyPr/>
        <a:lstStyle/>
        <a:p>
          <a:endParaRPr lang="en-US"/>
        </a:p>
      </dgm:t>
    </dgm:pt>
    <dgm:pt modelId="{B4AFB299-AA58-4595-BD9A-9298FD0E029D}">
      <dgm:prSet/>
      <dgm:spPr/>
      <dgm:t>
        <a:bodyPr/>
        <a:lstStyle/>
        <a:p>
          <a:pPr>
            <a:buClr>
              <a:schemeClr val="dk1"/>
            </a:buClr>
            <a:buSzPts val="1800"/>
            <a:buFont typeface="Arial"/>
            <a:buChar char="•"/>
          </a:pPr>
          <a:r>
            <a:rPr lang="en-US" b="0" i="0" u="none" strike="noStrike" cap="none" dirty="0">
              <a:latin typeface="Arial"/>
              <a:ea typeface="Arial"/>
              <a:cs typeface="Arial"/>
              <a:sym typeface="Arial"/>
            </a:rPr>
            <a:t>Developed a physics-based thermal solver that models 3D heat conduction in </a:t>
          </a:r>
          <a:r>
            <a:rPr lang="en-US" b="0" i="0" u="none" strike="noStrike" cap="none" dirty="0" err="1">
              <a:latin typeface="Arial"/>
              <a:ea typeface="Arial"/>
              <a:cs typeface="Arial"/>
              <a:sym typeface="Arial"/>
            </a:rPr>
            <a:t>chiplet</a:t>
          </a:r>
          <a:r>
            <a:rPr lang="en-US" b="0" i="0" u="none" strike="noStrike" cap="none" dirty="0">
              <a:latin typeface="Arial"/>
              <a:ea typeface="Arial"/>
              <a:cs typeface="Arial"/>
              <a:sym typeface="Arial"/>
            </a:rPr>
            <a:t>-based GPU packages, considering material </a:t>
          </a:r>
          <a:r>
            <a:rPr lang="en-US" b="0" i="0" u="none" strike="noStrike" cap="none" dirty="0" err="1">
              <a:latin typeface="Arial"/>
              <a:ea typeface="Arial"/>
              <a:cs typeface="Arial"/>
              <a:sym typeface="Arial"/>
            </a:rPr>
            <a:t>stackups</a:t>
          </a:r>
          <a:r>
            <a:rPr lang="en-US" b="0" i="0" u="none" strike="noStrike" cap="none" dirty="0">
              <a:latin typeface="Arial"/>
              <a:ea typeface="Arial"/>
              <a:cs typeface="Arial"/>
              <a:sym typeface="Arial"/>
            </a:rPr>
            <a:t> and geometry</a:t>
          </a:r>
          <a:endParaRPr lang="en-US" dirty="0"/>
        </a:p>
      </dgm:t>
    </dgm:pt>
    <dgm:pt modelId="{140F3328-9EF1-4DEA-A5BB-DDB7E0D7F247}" type="parTrans" cxnId="{FBF8BB6D-AD4B-4D1B-B308-300ED8259EDA}">
      <dgm:prSet/>
      <dgm:spPr/>
      <dgm:t>
        <a:bodyPr/>
        <a:lstStyle/>
        <a:p>
          <a:endParaRPr lang="en-US"/>
        </a:p>
      </dgm:t>
    </dgm:pt>
    <dgm:pt modelId="{66FEC23A-C929-4B86-9E54-685E45D802AA}" type="sibTrans" cxnId="{FBF8BB6D-AD4B-4D1B-B308-300ED8259EDA}">
      <dgm:prSet/>
      <dgm:spPr/>
      <dgm:t>
        <a:bodyPr/>
        <a:lstStyle/>
        <a:p>
          <a:endParaRPr lang="en-US"/>
        </a:p>
      </dgm:t>
    </dgm:pt>
    <dgm:pt modelId="{4C11EF7D-5625-44F6-8B08-584F83BA2F56}">
      <dgm:prSet/>
      <dgm:spPr/>
      <dgm:t>
        <a:bodyPr/>
        <a:lstStyle/>
        <a:p>
          <a:r>
            <a:rPr lang="en-US" b="0" i="0" u="none" strike="noStrike" cap="none">
              <a:latin typeface="Arial"/>
              <a:ea typeface="Arial"/>
              <a:cs typeface="Arial"/>
              <a:sym typeface="Arial"/>
            </a:rPr>
            <a:t>Generates thermal RC network and solves with PySpice</a:t>
          </a:r>
          <a:endParaRPr lang="en-US" dirty="0"/>
        </a:p>
      </dgm:t>
    </dgm:pt>
    <dgm:pt modelId="{0579992F-AE1E-415B-AFF2-76E8E56E410D}" type="parTrans" cxnId="{EE5DD5E4-729D-44B2-808B-2466FD2CE139}">
      <dgm:prSet/>
      <dgm:spPr/>
      <dgm:t>
        <a:bodyPr/>
        <a:lstStyle/>
        <a:p>
          <a:endParaRPr lang="en-US"/>
        </a:p>
      </dgm:t>
    </dgm:pt>
    <dgm:pt modelId="{D85FBAAE-AFB7-4A96-830B-719D950F178F}" type="sibTrans" cxnId="{EE5DD5E4-729D-44B2-808B-2466FD2CE139}">
      <dgm:prSet/>
      <dgm:spPr/>
      <dgm:t>
        <a:bodyPr/>
        <a:lstStyle/>
        <a:p>
          <a:endParaRPr lang="en-US"/>
        </a:p>
      </dgm:t>
    </dgm:pt>
    <dgm:pt modelId="{E3C7FA4C-856E-4644-83A9-C7B49B1BED8E}">
      <dgm:prSet/>
      <dgm:spPr/>
      <dgm:t>
        <a:bodyPr/>
        <a:lstStyle/>
        <a:p>
          <a:r>
            <a:rPr lang="en-US" b="0" i="0" u="none" strike="noStrike" cap="none">
              <a:latin typeface="Arial"/>
              <a:ea typeface="Arial"/>
              <a:cs typeface="Arial"/>
              <a:sym typeface="Arial"/>
            </a:rPr>
            <a:t>Assumptions: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85D0C11C-D4DD-4B87-87AF-BD018F62D55B}" type="parTrans" cxnId="{786DF0E1-056A-41C6-AB01-75122102D23F}">
      <dgm:prSet/>
      <dgm:spPr/>
      <dgm:t>
        <a:bodyPr/>
        <a:lstStyle/>
        <a:p>
          <a:endParaRPr lang="en-US"/>
        </a:p>
      </dgm:t>
    </dgm:pt>
    <dgm:pt modelId="{29B171F8-4CDB-4150-A5B1-95A801FE4539}" type="sibTrans" cxnId="{786DF0E1-056A-41C6-AB01-75122102D23F}">
      <dgm:prSet/>
      <dgm:spPr/>
      <dgm:t>
        <a:bodyPr/>
        <a:lstStyle/>
        <a:p>
          <a:endParaRPr lang="en-US"/>
        </a:p>
      </dgm:t>
    </dgm:pt>
    <dgm:pt modelId="{2EF23E12-6F58-4220-A2A6-3E1340ACA6B0}">
      <dgm:prSet/>
      <dgm:spPr/>
      <dgm:t>
        <a:bodyPr/>
        <a:lstStyle/>
        <a:p>
          <a:r>
            <a:rPr lang="en-US"/>
            <a:t>GPU Power = 270W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842255D5-83EA-4610-8EED-F248B667B7B0}" type="parTrans" cxnId="{0C4974EE-02DB-4E27-B550-81187DA58EE5}">
      <dgm:prSet/>
      <dgm:spPr/>
      <dgm:t>
        <a:bodyPr/>
        <a:lstStyle/>
        <a:p>
          <a:endParaRPr lang="en-US"/>
        </a:p>
      </dgm:t>
    </dgm:pt>
    <dgm:pt modelId="{C01521D1-4409-4AB9-A6A3-223C3623BD17}" type="sibTrans" cxnId="{0C4974EE-02DB-4E27-B550-81187DA58EE5}">
      <dgm:prSet/>
      <dgm:spPr/>
      <dgm:t>
        <a:bodyPr/>
        <a:lstStyle/>
        <a:p>
          <a:endParaRPr lang="en-US"/>
        </a:p>
      </dgm:t>
    </dgm:pt>
    <dgm:pt modelId="{EBE049A3-FA13-4306-B1BE-12517A183225}">
      <dgm:prSet/>
      <dgm:spPr/>
      <dgm:t>
        <a:bodyPr/>
        <a:lstStyle/>
        <a:p>
          <a:r>
            <a:rPr lang="en-US" dirty="0"/>
            <a:t>HBM Stack Power =  5W each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30AC7562-C2B0-4044-A489-363AC0CB6596}" type="parTrans" cxnId="{7833056A-CFC4-467F-A1FE-C3DF4E5E7746}">
      <dgm:prSet/>
      <dgm:spPr/>
      <dgm:t>
        <a:bodyPr/>
        <a:lstStyle/>
        <a:p>
          <a:endParaRPr lang="en-US"/>
        </a:p>
      </dgm:t>
    </dgm:pt>
    <dgm:pt modelId="{B1F908E7-B934-464D-AFBB-2BAFDB63114D}" type="sibTrans" cxnId="{7833056A-CFC4-467F-A1FE-C3DF4E5E7746}">
      <dgm:prSet/>
      <dgm:spPr/>
      <dgm:t>
        <a:bodyPr/>
        <a:lstStyle/>
        <a:p>
          <a:endParaRPr lang="en-US"/>
        </a:p>
      </dgm:t>
    </dgm:pt>
    <dgm:pt modelId="{3D3675AE-B9CF-4496-BAD5-98A2A30ADEBB}">
      <dgm:prSet/>
      <dgm:spPr/>
      <dgm:t>
        <a:bodyPr/>
        <a:lstStyle/>
        <a:p>
          <a:r>
            <a:rPr lang="en-US"/>
            <a:t>Power_Source = 0W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99E680A1-F9D7-4CDB-9425-D6B4FD079BB0}" type="parTrans" cxnId="{F184ED0F-3432-4FA1-BB05-E5C9C3D0C8DC}">
      <dgm:prSet/>
      <dgm:spPr/>
      <dgm:t>
        <a:bodyPr/>
        <a:lstStyle/>
        <a:p>
          <a:endParaRPr lang="en-US"/>
        </a:p>
      </dgm:t>
    </dgm:pt>
    <dgm:pt modelId="{ED00AB71-58AC-41ED-9780-1B165E19D73B}" type="sibTrans" cxnId="{F184ED0F-3432-4FA1-BB05-E5C9C3D0C8DC}">
      <dgm:prSet/>
      <dgm:spPr/>
      <dgm:t>
        <a:bodyPr/>
        <a:lstStyle/>
        <a:p>
          <a:endParaRPr lang="en-US"/>
        </a:p>
      </dgm:t>
    </dgm:pt>
    <dgm:pt modelId="{A360A4FA-5972-4AD2-908B-10EDE2EBBA46}">
      <dgm:prSet/>
      <dgm:spPr/>
      <dgm:t>
        <a:bodyPr/>
        <a:lstStyle/>
        <a:p>
          <a:r>
            <a:rPr lang="en-US"/>
            <a:t>Ambient = 45C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937E41CC-0C62-4B36-80A0-CF22CC538D82}" type="parTrans" cxnId="{F59DB342-6E96-4A37-A09B-335898074BA5}">
      <dgm:prSet/>
      <dgm:spPr/>
      <dgm:t>
        <a:bodyPr/>
        <a:lstStyle/>
        <a:p>
          <a:endParaRPr lang="en-US"/>
        </a:p>
      </dgm:t>
    </dgm:pt>
    <dgm:pt modelId="{B120C6AC-556B-4632-A3E4-8AD9C3AF6813}" type="sibTrans" cxnId="{F59DB342-6E96-4A37-A09B-335898074BA5}">
      <dgm:prSet/>
      <dgm:spPr/>
      <dgm:t>
        <a:bodyPr/>
        <a:lstStyle/>
        <a:p>
          <a:endParaRPr lang="en-US"/>
        </a:p>
      </dgm:t>
    </dgm:pt>
    <dgm:pt modelId="{CD620386-1628-4B3C-AC2F-C94B261FD7E0}">
      <dgm:prSet/>
      <dgm:spPr/>
      <dgm:t>
        <a:bodyPr/>
        <a:lstStyle/>
        <a:p>
          <a:r>
            <a:rPr lang="en-US"/>
            <a:t>GPU/HBM heat deposited on center z-plane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8E1EE005-F8CD-4A9D-8D8F-5AE3B66F1971}" type="parTrans" cxnId="{D799E129-3C16-4385-997A-4A5FA8536F26}">
      <dgm:prSet/>
      <dgm:spPr/>
      <dgm:t>
        <a:bodyPr/>
        <a:lstStyle/>
        <a:p>
          <a:endParaRPr lang="en-US"/>
        </a:p>
      </dgm:t>
    </dgm:pt>
    <dgm:pt modelId="{7CC9AD0E-9D72-47E2-BF27-8730EC02B637}" type="sibTrans" cxnId="{D799E129-3C16-4385-997A-4A5FA8536F26}">
      <dgm:prSet/>
      <dgm:spPr/>
      <dgm:t>
        <a:bodyPr/>
        <a:lstStyle/>
        <a:p>
          <a:endParaRPr lang="en-US"/>
        </a:p>
      </dgm:t>
    </dgm:pt>
    <dgm:pt modelId="{6A674A91-92B4-4DC8-9A7E-D6B662E1B2E1}">
      <dgm:prSet/>
      <dgm:spPr/>
      <dgm:t>
        <a:bodyPr/>
        <a:lstStyle/>
        <a:p>
          <a:r>
            <a:rPr lang="en-US"/>
            <a:t>Water-cooled top boundary uses HC derived from correlation and capped by XML</a:t>
          </a:r>
          <a:endParaRPr lang="en-US" b="0" i="0" u="none" strike="noStrike" cap="none" dirty="0">
            <a:latin typeface="Arial"/>
            <a:ea typeface="Arial"/>
            <a:cs typeface="Arial"/>
            <a:sym typeface="Arial"/>
          </a:endParaRPr>
        </a:p>
      </dgm:t>
    </dgm:pt>
    <dgm:pt modelId="{3259A2E5-E415-4778-B958-E305C6F4C158}" type="parTrans" cxnId="{46D48E3D-C897-48AB-A555-55B3DEDC9342}">
      <dgm:prSet/>
      <dgm:spPr/>
      <dgm:t>
        <a:bodyPr/>
        <a:lstStyle/>
        <a:p>
          <a:endParaRPr lang="en-US"/>
        </a:p>
      </dgm:t>
    </dgm:pt>
    <dgm:pt modelId="{22690A66-AE48-4B0C-91A5-DAECABAB81F8}" type="sibTrans" cxnId="{46D48E3D-C897-48AB-A555-55B3DEDC9342}">
      <dgm:prSet/>
      <dgm:spPr/>
      <dgm:t>
        <a:bodyPr/>
        <a:lstStyle/>
        <a:p>
          <a:endParaRPr lang="en-US"/>
        </a:p>
      </dgm:t>
    </dgm:pt>
    <dgm:pt modelId="{9E64E9AD-3459-4A2F-A375-1C6AAABF7734}" type="pres">
      <dgm:prSet presAssocID="{DA1F4112-2CFB-45A6-B3BE-7F20C70A9FA4}" presName="linear" presStyleCnt="0">
        <dgm:presLayoutVars>
          <dgm:dir/>
          <dgm:animLvl val="lvl"/>
          <dgm:resizeHandles val="exact"/>
        </dgm:presLayoutVars>
      </dgm:prSet>
      <dgm:spPr/>
    </dgm:pt>
    <dgm:pt modelId="{5EC730F4-FE59-4CDA-8A07-9BA2C8B9E9D7}" type="pres">
      <dgm:prSet presAssocID="{B87EFB3E-5856-45E4-995F-AFF1780004D0}" presName="parentLin" presStyleCnt="0"/>
      <dgm:spPr/>
    </dgm:pt>
    <dgm:pt modelId="{217C5603-8283-406F-883E-F704125EDAF9}" type="pres">
      <dgm:prSet presAssocID="{B87EFB3E-5856-45E4-995F-AFF1780004D0}" presName="parentLeftMargin" presStyleLbl="node1" presStyleIdx="0" presStyleCnt="2"/>
      <dgm:spPr/>
    </dgm:pt>
    <dgm:pt modelId="{65918A81-2670-4772-8BEA-2356B49A73FF}" type="pres">
      <dgm:prSet presAssocID="{B87EFB3E-5856-45E4-995F-AFF1780004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BBF65E-401C-408D-9DB8-CAC7FCE372DB}" type="pres">
      <dgm:prSet presAssocID="{B87EFB3E-5856-45E4-995F-AFF1780004D0}" presName="negativeSpace" presStyleCnt="0"/>
      <dgm:spPr/>
    </dgm:pt>
    <dgm:pt modelId="{9EE39E1B-EB3E-45E8-965E-81896EFE756D}" type="pres">
      <dgm:prSet presAssocID="{B87EFB3E-5856-45E4-995F-AFF1780004D0}" presName="childText" presStyleLbl="conFgAcc1" presStyleIdx="0" presStyleCnt="2">
        <dgm:presLayoutVars>
          <dgm:bulletEnabled val="1"/>
        </dgm:presLayoutVars>
      </dgm:prSet>
      <dgm:spPr/>
    </dgm:pt>
    <dgm:pt modelId="{5F451E57-7C57-4F6A-8383-7C417EBCAC31}" type="pres">
      <dgm:prSet presAssocID="{20088A30-011E-4590-BB7E-26295380218A}" presName="spaceBetweenRectangles" presStyleCnt="0"/>
      <dgm:spPr/>
    </dgm:pt>
    <dgm:pt modelId="{7F99EBDF-5C06-4A7A-A086-2A1C108D4091}" type="pres">
      <dgm:prSet presAssocID="{12288782-432A-4C98-9F52-1EB2E696FC9A}" presName="parentLin" presStyleCnt="0"/>
      <dgm:spPr/>
    </dgm:pt>
    <dgm:pt modelId="{B5D46881-EEF6-43F3-BFF2-F9CEB1C56D24}" type="pres">
      <dgm:prSet presAssocID="{12288782-432A-4C98-9F52-1EB2E696FC9A}" presName="parentLeftMargin" presStyleLbl="node1" presStyleIdx="0" presStyleCnt="2"/>
      <dgm:spPr/>
    </dgm:pt>
    <dgm:pt modelId="{589F5220-1597-412F-8FA7-786205EFEFDB}" type="pres">
      <dgm:prSet presAssocID="{12288782-432A-4C98-9F52-1EB2E696FC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B1B8B7-DE59-4A91-984F-8B3BD869E68C}" type="pres">
      <dgm:prSet presAssocID="{12288782-432A-4C98-9F52-1EB2E696FC9A}" presName="negativeSpace" presStyleCnt="0"/>
      <dgm:spPr/>
    </dgm:pt>
    <dgm:pt modelId="{D27383C7-BE7E-43C7-AB16-7CD23B6096B4}" type="pres">
      <dgm:prSet presAssocID="{12288782-432A-4C98-9F52-1EB2E696FC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78EE60E-03B5-487B-9B47-F4580FB782BF}" type="presOf" srcId="{12288782-432A-4C98-9F52-1EB2E696FC9A}" destId="{589F5220-1597-412F-8FA7-786205EFEFDB}" srcOrd="1" destOrd="0" presId="urn:microsoft.com/office/officeart/2005/8/layout/list1"/>
    <dgm:cxn modelId="{F184ED0F-3432-4FA1-BB05-E5C9C3D0C8DC}" srcId="{E3C7FA4C-856E-4644-83A9-C7B49B1BED8E}" destId="{3D3675AE-B9CF-4496-BAD5-98A2A30ADEBB}" srcOrd="2" destOrd="0" parTransId="{99E680A1-F9D7-4CDB-9425-D6B4FD079BB0}" sibTransId="{ED00AB71-58AC-41ED-9780-1B165E19D73B}"/>
    <dgm:cxn modelId="{F96AED23-56F0-49F4-942C-ED681EB0C58A}" type="presOf" srcId="{EBE049A3-FA13-4306-B1BE-12517A183225}" destId="{D27383C7-BE7E-43C7-AB16-7CD23B6096B4}" srcOrd="0" destOrd="4" presId="urn:microsoft.com/office/officeart/2005/8/layout/list1"/>
    <dgm:cxn modelId="{D799E129-3C16-4385-997A-4A5FA8536F26}" srcId="{E3C7FA4C-856E-4644-83A9-C7B49B1BED8E}" destId="{CD620386-1628-4B3C-AC2F-C94B261FD7E0}" srcOrd="4" destOrd="0" parTransId="{8E1EE005-F8CD-4A9D-8D8F-5AE3B66F1971}" sibTransId="{7CC9AD0E-9D72-47E2-BF27-8730EC02B637}"/>
    <dgm:cxn modelId="{F4A47934-2061-4476-87B3-E52A6AB5F0C3}" type="presOf" srcId="{12288782-432A-4C98-9F52-1EB2E696FC9A}" destId="{B5D46881-EEF6-43F3-BFF2-F9CEB1C56D24}" srcOrd="0" destOrd="0" presId="urn:microsoft.com/office/officeart/2005/8/layout/list1"/>
    <dgm:cxn modelId="{46D48E3D-C897-48AB-A555-55B3DEDC9342}" srcId="{E3C7FA4C-856E-4644-83A9-C7B49B1BED8E}" destId="{6A674A91-92B4-4DC8-9A7E-D6B662E1B2E1}" srcOrd="5" destOrd="0" parTransId="{3259A2E5-E415-4778-B958-E305C6F4C158}" sibTransId="{22690A66-AE48-4B0C-91A5-DAECABAB81F8}"/>
    <dgm:cxn modelId="{8DEDC15F-7AAB-471C-B226-9465F9D27B94}" type="presOf" srcId="{3D3675AE-B9CF-4496-BAD5-98A2A30ADEBB}" destId="{D27383C7-BE7E-43C7-AB16-7CD23B6096B4}" srcOrd="0" destOrd="5" presId="urn:microsoft.com/office/officeart/2005/8/layout/list1"/>
    <dgm:cxn modelId="{F59DB342-6E96-4A37-A09B-335898074BA5}" srcId="{E3C7FA4C-856E-4644-83A9-C7B49B1BED8E}" destId="{A360A4FA-5972-4AD2-908B-10EDE2EBBA46}" srcOrd="3" destOrd="0" parTransId="{937E41CC-0C62-4B36-80A0-CF22CC538D82}" sibTransId="{B120C6AC-556B-4632-A3E4-8AD9C3AF6813}"/>
    <dgm:cxn modelId="{AC397C45-6250-400E-8158-57E82A818C3E}" type="presOf" srcId="{140C56A0-B478-42C6-AA7C-69695004B23C}" destId="{9EE39E1B-EB3E-45E8-965E-81896EFE756D}" srcOrd="0" destOrd="1" presId="urn:microsoft.com/office/officeart/2005/8/layout/list1"/>
    <dgm:cxn modelId="{647E5A48-A824-4CDD-9CB9-0D7CCB7FD16F}" srcId="{B87EFB3E-5856-45E4-995F-AFF1780004D0}" destId="{8B2FF45C-1617-4B7F-83E9-2831E69EDA41}" srcOrd="0" destOrd="0" parTransId="{8986FC05-DDC5-4745-AD0D-73563A8E0466}" sibTransId="{5AA2A6D8-1BD0-4E5E-BCF5-4EEF4A0C3E31}"/>
    <dgm:cxn modelId="{7833056A-CFC4-467F-A1FE-C3DF4E5E7746}" srcId="{E3C7FA4C-856E-4644-83A9-C7B49B1BED8E}" destId="{EBE049A3-FA13-4306-B1BE-12517A183225}" srcOrd="1" destOrd="0" parTransId="{30AC7562-C2B0-4044-A489-363AC0CB6596}" sibTransId="{B1F908E7-B934-464D-AFBB-2BAFDB63114D}"/>
    <dgm:cxn modelId="{AE51DF6A-11D5-4DA1-B758-458CD8C8D97A}" type="presOf" srcId="{8B2FF45C-1617-4B7F-83E9-2831E69EDA41}" destId="{9EE39E1B-EB3E-45E8-965E-81896EFE756D}" srcOrd="0" destOrd="0" presId="urn:microsoft.com/office/officeart/2005/8/layout/list1"/>
    <dgm:cxn modelId="{79F9764D-2C1E-44E0-B71D-3C275C6CBE36}" type="presOf" srcId="{CD620386-1628-4B3C-AC2F-C94B261FD7E0}" destId="{D27383C7-BE7E-43C7-AB16-7CD23B6096B4}" srcOrd="0" destOrd="7" presId="urn:microsoft.com/office/officeart/2005/8/layout/list1"/>
    <dgm:cxn modelId="{FBF8BB6D-AD4B-4D1B-B308-300ED8259EDA}" srcId="{12288782-432A-4C98-9F52-1EB2E696FC9A}" destId="{B4AFB299-AA58-4595-BD9A-9298FD0E029D}" srcOrd="0" destOrd="0" parTransId="{140F3328-9EF1-4DEA-A5BB-DDB7E0D7F247}" sibTransId="{66FEC23A-C929-4B86-9E54-685E45D802AA}"/>
    <dgm:cxn modelId="{3D306C52-8CEF-40FC-9E80-B85F2934629F}" type="presOf" srcId="{A95906A5-0CF1-49CE-9EFC-A09B654F2DF3}" destId="{9EE39E1B-EB3E-45E8-965E-81896EFE756D}" srcOrd="0" destOrd="2" presId="urn:microsoft.com/office/officeart/2005/8/layout/list1"/>
    <dgm:cxn modelId="{7A67DC7D-B96B-49DC-97B5-B88624045293}" type="presOf" srcId="{DA1F4112-2CFB-45A6-B3BE-7F20C70A9FA4}" destId="{9E64E9AD-3459-4A2F-A375-1C6AAABF7734}" srcOrd="0" destOrd="0" presId="urn:microsoft.com/office/officeart/2005/8/layout/list1"/>
    <dgm:cxn modelId="{EBA81381-114C-40C6-8808-010E5EEA7C4D}" type="presOf" srcId="{A360A4FA-5972-4AD2-908B-10EDE2EBBA46}" destId="{D27383C7-BE7E-43C7-AB16-7CD23B6096B4}" srcOrd="0" destOrd="6" presId="urn:microsoft.com/office/officeart/2005/8/layout/list1"/>
    <dgm:cxn modelId="{216CE083-E425-4653-A51A-359973662680}" type="presOf" srcId="{B87EFB3E-5856-45E4-995F-AFF1780004D0}" destId="{65918A81-2670-4772-8BEA-2356B49A73FF}" srcOrd="1" destOrd="0" presId="urn:microsoft.com/office/officeart/2005/8/layout/list1"/>
    <dgm:cxn modelId="{15643088-A4D1-4CFB-B484-1BC251591AC6}" srcId="{DA1F4112-2CFB-45A6-B3BE-7F20C70A9FA4}" destId="{12288782-432A-4C98-9F52-1EB2E696FC9A}" srcOrd="1" destOrd="0" parTransId="{68B3391F-53E4-41E1-B480-D96AAF05BD98}" sibTransId="{A8FE5E44-0F5E-4DEA-8A38-C4EA4BFBDB31}"/>
    <dgm:cxn modelId="{0DD55F8F-1F4B-47A8-9D0D-1A2833B330CC}" type="presOf" srcId="{E3C7FA4C-856E-4644-83A9-C7B49B1BED8E}" destId="{D27383C7-BE7E-43C7-AB16-7CD23B6096B4}" srcOrd="0" destOrd="2" presId="urn:microsoft.com/office/officeart/2005/8/layout/list1"/>
    <dgm:cxn modelId="{B01D73A0-F89D-4A3A-891D-2C9682F1D2F4}" srcId="{DA1F4112-2CFB-45A6-B3BE-7F20C70A9FA4}" destId="{B87EFB3E-5856-45E4-995F-AFF1780004D0}" srcOrd="0" destOrd="0" parTransId="{29747A49-E2C1-41B5-BEA4-AC0C96F44763}" sibTransId="{20088A30-011E-4590-BB7E-26295380218A}"/>
    <dgm:cxn modelId="{AE49E6A7-B8B1-4CAF-AF9E-2DBF20CBB73C}" srcId="{B87EFB3E-5856-45E4-995F-AFF1780004D0}" destId="{140C56A0-B478-42C6-AA7C-69695004B23C}" srcOrd="1" destOrd="0" parTransId="{895C93A0-92D0-476B-A6DB-0DCFD9BF4401}" sibTransId="{97595B6C-95AF-4809-A8E5-52ECE5E18674}"/>
    <dgm:cxn modelId="{85AE74A8-DC0F-4025-AB3F-26E806C727B0}" type="presOf" srcId="{4C11EF7D-5625-44F6-8B08-584F83BA2F56}" destId="{D27383C7-BE7E-43C7-AB16-7CD23B6096B4}" srcOrd="0" destOrd="1" presId="urn:microsoft.com/office/officeart/2005/8/layout/list1"/>
    <dgm:cxn modelId="{16830CB9-7298-4B58-84B3-F02E581A77E2}" type="presOf" srcId="{B87EFB3E-5856-45E4-995F-AFF1780004D0}" destId="{217C5603-8283-406F-883E-F704125EDAF9}" srcOrd="0" destOrd="0" presId="urn:microsoft.com/office/officeart/2005/8/layout/list1"/>
    <dgm:cxn modelId="{E81D87C9-8B3B-4B88-8280-074272F2C2F7}" type="presOf" srcId="{6A674A91-92B4-4DC8-9A7E-D6B662E1B2E1}" destId="{D27383C7-BE7E-43C7-AB16-7CD23B6096B4}" srcOrd="0" destOrd="8" presId="urn:microsoft.com/office/officeart/2005/8/layout/list1"/>
    <dgm:cxn modelId="{540B38D8-649D-4B06-9C2A-3B232F975177}" type="presOf" srcId="{B4AFB299-AA58-4595-BD9A-9298FD0E029D}" destId="{D27383C7-BE7E-43C7-AB16-7CD23B6096B4}" srcOrd="0" destOrd="0" presId="urn:microsoft.com/office/officeart/2005/8/layout/list1"/>
    <dgm:cxn modelId="{358F5ED9-AAD6-49FA-89E6-6DB8F0EE35E8}" type="presOf" srcId="{2EF23E12-6F58-4220-A2A6-3E1340ACA6B0}" destId="{D27383C7-BE7E-43C7-AB16-7CD23B6096B4}" srcOrd="0" destOrd="3" presId="urn:microsoft.com/office/officeart/2005/8/layout/list1"/>
    <dgm:cxn modelId="{786DF0E1-056A-41C6-AB01-75122102D23F}" srcId="{12288782-432A-4C98-9F52-1EB2E696FC9A}" destId="{E3C7FA4C-856E-4644-83A9-C7B49B1BED8E}" srcOrd="2" destOrd="0" parTransId="{85D0C11C-D4DD-4B87-87AF-BD018F62D55B}" sibTransId="{29B171F8-4CDB-4150-A5B1-95A801FE4539}"/>
    <dgm:cxn modelId="{EE5DD5E4-729D-44B2-808B-2466FD2CE139}" srcId="{12288782-432A-4C98-9F52-1EB2E696FC9A}" destId="{4C11EF7D-5625-44F6-8B08-584F83BA2F56}" srcOrd="1" destOrd="0" parTransId="{0579992F-AE1E-415B-AFF2-76E8E56E410D}" sibTransId="{D85FBAAE-AFB7-4A96-830B-719D950F178F}"/>
    <dgm:cxn modelId="{0C4974EE-02DB-4E27-B550-81187DA58EE5}" srcId="{E3C7FA4C-856E-4644-83A9-C7B49B1BED8E}" destId="{2EF23E12-6F58-4220-A2A6-3E1340ACA6B0}" srcOrd="0" destOrd="0" parTransId="{842255D5-83EA-4610-8EED-F248B667B7B0}" sibTransId="{C01521D1-4409-4AB9-A6A3-223C3623BD17}"/>
    <dgm:cxn modelId="{2D4409FA-CD2D-49DE-9B2A-B7C7F738B3E2}" srcId="{B87EFB3E-5856-45E4-995F-AFF1780004D0}" destId="{A95906A5-0CF1-49CE-9EFC-A09B654F2DF3}" srcOrd="2" destOrd="0" parTransId="{0C8875FE-42DE-4C63-92ED-063CA2C2C653}" sibTransId="{8D26D062-2382-46D7-8C8C-88A0489036EA}"/>
    <dgm:cxn modelId="{C83BEA9A-3EF6-46B1-9440-5C70EE07FEB9}" type="presParOf" srcId="{9E64E9AD-3459-4A2F-A375-1C6AAABF7734}" destId="{5EC730F4-FE59-4CDA-8A07-9BA2C8B9E9D7}" srcOrd="0" destOrd="0" presId="urn:microsoft.com/office/officeart/2005/8/layout/list1"/>
    <dgm:cxn modelId="{075AF78E-5BEB-40C4-86E5-CD6D6096949B}" type="presParOf" srcId="{5EC730F4-FE59-4CDA-8A07-9BA2C8B9E9D7}" destId="{217C5603-8283-406F-883E-F704125EDAF9}" srcOrd="0" destOrd="0" presId="urn:microsoft.com/office/officeart/2005/8/layout/list1"/>
    <dgm:cxn modelId="{F6F9FBA1-62A2-41EB-A626-354FD77958DE}" type="presParOf" srcId="{5EC730F4-FE59-4CDA-8A07-9BA2C8B9E9D7}" destId="{65918A81-2670-4772-8BEA-2356B49A73FF}" srcOrd="1" destOrd="0" presId="urn:microsoft.com/office/officeart/2005/8/layout/list1"/>
    <dgm:cxn modelId="{4141AFD4-1860-4185-9160-79F69FF61E23}" type="presParOf" srcId="{9E64E9AD-3459-4A2F-A375-1C6AAABF7734}" destId="{F3BBF65E-401C-408D-9DB8-CAC7FCE372DB}" srcOrd="1" destOrd="0" presId="urn:microsoft.com/office/officeart/2005/8/layout/list1"/>
    <dgm:cxn modelId="{DC3D608C-6EA6-45EB-835B-C0953087542C}" type="presParOf" srcId="{9E64E9AD-3459-4A2F-A375-1C6AAABF7734}" destId="{9EE39E1B-EB3E-45E8-965E-81896EFE756D}" srcOrd="2" destOrd="0" presId="urn:microsoft.com/office/officeart/2005/8/layout/list1"/>
    <dgm:cxn modelId="{21DCAEB4-3E5A-483E-BB1C-16EE3A8690E8}" type="presParOf" srcId="{9E64E9AD-3459-4A2F-A375-1C6AAABF7734}" destId="{5F451E57-7C57-4F6A-8383-7C417EBCAC31}" srcOrd="3" destOrd="0" presId="urn:microsoft.com/office/officeart/2005/8/layout/list1"/>
    <dgm:cxn modelId="{7FF4204C-7E25-4AFF-98ED-23842B000FC3}" type="presParOf" srcId="{9E64E9AD-3459-4A2F-A375-1C6AAABF7734}" destId="{7F99EBDF-5C06-4A7A-A086-2A1C108D4091}" srcOrd="4" destOrd="0" presId="urn:microsoft.com/office/officeart/2005/8/layout/list1"/>
    <dgm:cxn modelId="{0F71D1B0-FE4B-496C-AC17-A6F3F024AB74}" type="presParOf" srcId="{7F99EBDF-5C06-4A7A-A086-2A1C108D4091}" destId="{B5D46881-EEF6-43F3-BFF2-F9CEB1C56D24}" srcOrd="0" destOrd="0" presId="urn:microsoft.com/office/officeart/2005/8/layout/list1"/>
    <dgm:cxn modelId="{7C5D8A75-2749-4FEB-89A6-82B7EBA243D6}" type="presParOf" srcId="{7F99EBDF-5C06-4A7A-A086-2A1C108D4091}" destId="{589F5220-1597-412F-8FA7-786205EFEFDB}" srcOrd="1" destOrd="0" presId="urn:microsoft.com/office/officeart/2005/8/layout/list1"/>
    <dgm:cxn modelId="{AE61CFA1-B284-4A2F-BFDA-2848C52630BA}" type="presParOf" srcId="{9E64E9AD-3459-4A2F-A375-1C6AAABF7734}" destId="{C9B1B8B7-DE59-4A91-984F-8B3BD869E68C}" srcOrd="5" destOrd="0" presId="urn:microsoft.com/office/officeart/2005/8/layout/list1"/>
    <dgm:cxn modelId="{8E8BFACA-DE7F-4B71-93E9-2C1105629718}" type="presParOf" srcId="{9E64E9AD-3459-4A2F-A375-1C6AAABF7734}" destId="{D27383C7-BE7E-43C7-AB16-7CD23B6096B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2CDE02-7520-42B4-B6F4-D6434051F7F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D99F01-7345-40B2-A62E-AB11D30DFA54}">
      <dgm:prSet phldrT="[Text]" phldr="0"/>
      <dgm:spPr/>
      <dgm:t>
        <a:bodyPr/>
        <a:lstStyle/>
        <a:p>
          <a:r>
            <a:rPr lang="en-US" dirty="0"/>
            <a:t>Voxel Grid Generation</a:t>
          </a:r>
        </a:p>
      </dgm:t>
    </dgm:pt>
    <dgm:pt modelId="{2A64E9F1-D130-4461-9FD0-EFD1BC5D8B0B}" type="parTrans" cxnId="{A3A5FC0C-6A2B-46B2-95BA-59EB73B411F7}">
      <dgm:prSet/>
      <dgm:spPr/>
      <dgm:t>
        <a:bodyPr/>
        <a:lstStyle/>
        <a:p>
          <a:endParaRPr lang="en-US"/>
        </a:p>
      </dgm:t>
    </dgm:pt>
    <dgm:pt modelId="{412484A3-1999-4634-B8FA-20E31BCB609B}" type="sibTrans" cxnId="{A3A5FC0C-6A2B-46B2-95BA-59EB73B411F7}">
      <dgm:prSet/>
      <dgm:spPr/>
      <dgm:t>
        <a:bodyPr/>
        <a:lstStyle/>
        <a:p>
          <a:endParaRPr lang="en-US"/>
        </a:p>
      </dgm:t>
    </dgm:pt>
    <dgm:pt modelId="{AD84CA6B-5BFF-43B0-9F0D-B704837366F1}">
      <dgm:prSet phldrT="[Text]" phldr="0"/>
      <dgm:spPr/>
      <dgm:t>
        <a:bodyPr/>
        <a:lstStyle/>
        <a:p>
          <a:r>
            <a:rPr lang="en-US" dirty="0"/>
            <a:t>Material Assignment</a:t>
          </a:r>
        </a:p>
      </dgm:t>
    </dgm:pt>
    <dgm:pt modelId="{CAC19459-912C-45E3-8CDD-7DD8A672B376}" type="parTrans" cxnId="{11BF7100-6241-435F-9200-759713E35E44}">
      <dgm:prSet/>
      <dgm:spPr/>
      <dgm:t>
        <a:bodyPr/>
        <a:lstStyle/>
        <a:p>
          <a:endParaRPr lang="en-US"/>
        </a:p>
      </dgm:t>
    </dgm:pt>
    <dgm:pt modelId="{3DA0775E-B5F9-454A-A929-60CAF92DE6E6}" type="sibTrans" cxnId="{11BF7100-6241-435F-9200-759713E35E44}">
      <dgm:prSet/>
      <dgm:spPr/>
      <dgm:t>
        <a:bodyPr/>
        <a:lstStyle/>
        <a:p>
          <a:endParaRPr lang="en-US"/>
        </a:p>
      </dgm:t>
    </dgm:pt>
    <dgm:pt modelId="{87C9FC03-C143-451F-A983-B8F42CCD8AB7}">
      <dgm:prSet phldrT="[Text]" phldr="0"/>
      <dgm:spPr/>
      <dgm:t>
        <a:bodyPr/>
        <a:lstStyle/>
        <a:p>
          <a:r>
            <a:rPr lang="en-US" dirty="0"/>
            <a:t>Power Mapping</a:t>
          </a:r>
        </a:p>
      </dgm:t>
    </dgm:pt>
    <dgm:pt modelId="{A27ED547-A89A-410D-BC96-A152E297C6CF}" type="parTrans" cxnId="{A2741582-A5B8-4E5F-A719-D8CFE9597845}">
      <dgm:prSet/>
      <dgm:spPr/>
      <dgm:t>
        <a:bodyPr/>
        <a:lstStyle/>
        <a:p>
          <a:endParaRPr lang="en-US"/>
        </a:p>
      </dgm:t>
    </dgm:pt>
    <dgm:pt modelId="{17D87716-EA0A-46E3-B60C-2CE47680693B}" type="sibTrans" cxnId="{A2741582-A5B8-4E5F-A719-D8CFE9597845}">
      <dgm:prSet/>
      <dgm:spPr/>
      <dgm:t>
        <a:bodyPr/>
        <a:lstStyle/>
        <a:p>
          <a:endParaRPr lang="en-US"/>
        </a:p>
      </dgm:t>
    </dgm:pt>
    <dgm:pt modelId="{E985F6C5-0E7A-43CC-8353-F6D43528506C}">
      <dgm:prSet phldrT="[Text]" phldr="0"/>
      <dgm:spPr/>
      <dgm:t>
        <a:bodyPr/>
        <a:lstStyle/>
        <a:p>
          <a:r>
            <a:rPr lang="en-US"/>
            <a:t>Thermal RC Network</a:t>
          </a:r>
          <a:endParaRPr lang="en-US" dirty="0"/>
        </a:p>
      </dgm:t>
    </dgm:pt>
    <dgm:pt modelId="{BFE35B39-1558-49F0-9BD6-69CAAFECE94B}" type="parTrans" cxnId="{07110418-792E-438F-BD59-4F6AE94DE276}">
      <dgm:prSet/>
      <dgm:spPr/>
      <dgm:t>
        <a:bodyPr/>
        <a:lstStyle/>
        <a:p>
          <a:endParaRPr lang="en-US"/>
        </a:p>
      </dgm:t>
    </dgm:pt>
    <dgm:pt modelId="{7DC39134-DED6-4BE1-B2F9-64096E62FB62}" type="sibTrans" cxnId="{07110418-792E-438F-BD59-4F6AE94DE276}">
      <dgm:prSet/>
      <dgm:spPr/>
      <dgm:t>
        <a:bodyPr/>
        <a:lstStyle/>
        <a:p>
          <a:endParaRPr lang="en-US"/>
        </a:p>
      </dgm:t>
    </dgm:pt>
    <dgm:pt modelId="{192F2E52-0C31-4475-8A84-D69CB1E9FBF7}">
      <dgm:prSet phldrT="[Text]" phldr="0"/>
      <dgm:spPr/>
      <dgm:t>
        <a:bodyPr/>
        <a:lstStyle/>
        <a:p>
          <a:r>
            <a:rPr lang="en-US"/>
            <a:t>PySpice Solver</a:t>
          </a:r>
          <a:endParaRPr lang="en-US" dirty="0"/>
        </a:p>
      </dgm:t>
    </dgm:pt>
    <dgm:pt modelId="{1D5C72A7-231E-453A-8EFC-61D81CB79E50}" type="parTrans" cxnId="{3FB87F62-E00F-49AA-A612-64952C21C4AE}">
      <dgm:prSet/>
      <dgm:spPr/>
      <dgm:t>
        <a:bodyPr/>
        <a:lstStyle/>
        <a:p>
          <a:endParaRPr lang="en-US"/>
        </a:p>
      </dgm:t>
    </dgm:pt>
    <dgm:pt modelId="{5A7B4691-CBD5-4F3A-80E6-C9547238A6B0}" type="sibTrans" cxnId="{3FB87F62-E00F-49AA-A612-64952C21C4AE}">
      <dgm:prSet/>
      <dgm:spPr/>
      <dgm:t>
        <a:bodyPr/>
        <a:lstStyle/>
        <a:p>
          <a:endParaRPr lang="en-US"/>
        </a:p>
      </dgm:t>
    </dgm:pt>
    <dgm:pt modelId="{194B50FE-B4BC-488E-BAB6-B3DDF21CF28F}">
      <dgm:prSet phldrT="[Text]" phldr="0"/>
      <dgm:spPr/>
      <dgm:t>
        <a:bodyPr/>
        <a:lstStyle/>
        <a:p>
          <a:r>
            <a:rPr lang="en-US"/>
            <a:t>Temperature Extraction</a:t>
          </a:r>
          <a:endParaRPr lang="en-US" dirty="0"/>
        </a:p>
      </dgm:t>
    </dgm:pt>
    <dgm:pt modelId="{1D579654-F82D-475E-B109-11F423BA55A1}" type="parTrans" cxnId="{96D45E1F-CDFE-4F0C-B1CD-84DAC9D50444}">
      <dgm:prSet/>
      <dgm:spPr/>
      <dgm:t>
        <a:bodyPr/>
        <a:lstStyle/>
        <a:p>
          <a:endParaRPr lang="en-US"/>
        </a:p>
      </dgm:t>
    </dgm:pt>
    <dgm:pt modelId="{1A15C534-A156-46F5-A4E2-27F109FA6116}" type="sibTrans" cxnId="{96D45E1F-CDFE-4F0C-B1CD-84DAC9D50444}">
      <dgm:prSet/>
      <dgm:spPr/>
      <dgm:t>
        <a:bodyPr/>
        <a:lstStyle/>
        <a:p>
          <a:endParaRPr lang="en-US"/>
        </a:p>
      </dgm:t>
    </dgm:pt>
    <dgm:pt modelId="{AF2DD35E-A32C-4BF2-ADF2-A95F2576F2F5}">
      <dgm:prSet phldrT="[Text]" phldr="0"/>
      <dgm:spPr/>
      <dgm:t>
        <a:bodyPr/>
        <a:lstStyle/>
        <a:p>
          <a:r>
            <a:rPr lang="en-US"/>
            <a:t>Results Extraction</a:t>
          </a:r>
          <a:endParaRPr lang="en-US" dirty="0"/>
        </a:p>
      </dgm:t>
    </dgm:pt>
    <dgm:pt modelId="{82B180AF-DD87-4414-818C-5AA48A9A94BB}" type="parTrans" cxnId="{AC672FA5-7091-4841-B4B0-773FDEFD674C}">
      <dgm:prSet/>
      <dgm:spPr/>
      <dgm:t>
        <a:bodyPr/>
        <a:lstStyle/>
        <a:p>
          <a:endParaRPr lang="en-US"/>
        </a:p>
      </dgm:t>
    </dgm:pt>
    <dgm:pt modelId="{F84BEF26-4034-45CA-A84B-541F26AAAFC3}" type="sibTrans" cxnId="{AC672FA5-7091-4841-B4B0-773FDEFD674C}">
      <dgm:prSet/>
      <dgm:spPr/>
      <dgm:t>
        <a:bodyPr/>
        <a:lstStyle/>
        <a:p>
          <a:endParaRPr lang="en-US"/>
        </a:p>
      </dgm:t>
    </dgm:pt>
    <dgm:pt modelId="{60D09EDE-B9E5-4580-82AD-AF2D54C52ECA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dirty="0">
              <a:solidFill>
                <a:schemeClr val="dk1"/>
              </a:solidFill>
            </a:rPr>
            <a:t>Parse </a:t>
          </a:r>
          <a:r>
            <a:rPr lang="en-US" dirty="0" err="1">
              <a:solidFill>
                <a:schemeClr val="dk1"/>
              </a:solidFill>
            </a:rPr>
            <a:t>chiplet</a:t>
          </a:r>
          <a:r>
            <a:rPr lang="en-US" dirty="0">
              <a:solidFill>
                <a:schemeClr val="dk1"/>
              </a:solidFill>
            </a:rPr>
            <a:t>/</a:t>
          </a:r>
          <a:r>
            <a:rPr lang="en-US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package geometry from </a:t>
          </a:r>
          <a:r>
            <a:rPr lang="en-US" dirty="0">
              <a:solidFill>
                <a:schemeClr val="dk1"/>
              </a:solidFill>
            </a:rPr>
            <a:t>provided XML flow to</a:t>
          </a:r>
          <a:r>
            <a:rPr lang="en-US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 discretized into a non-uniform adaptive voxel mesh</a:t>
          </a:r>
          <a:endParaRPr lang="en-US" dirty="0"/>
        </a:p>
      </dgm:t>
    </dgm:pt>
    <dgm:pt modelId="{B4BF0265-3F4E-4BF4-AD67-5311B0B42519}" type="parTrans" cxnId="{F264138F-406F-4FC3-A894-85A941C2BFC4}">
      <dgm:prSet/>
      <dgm:spPr/>
      <dgm:t>
        <a:bodyPr/>
        <a:lstStyle/>
        <a:p>
          <a:endParaRPr lang="en-US"/>
        </a:p>
      </dgm:t>
    </dgm:pt>
    <dgm:pt modelId="{9A6983B5-3278-479C-9201-D3E0D4700A47}" type="sibTrans" cxnId="{F264138F-406F-4FC3-A894-85A941C2BFC4}">
      <dgm:prSet/>
      <dgm:spPr/>
      <dgm:t>
        <a:bodyPr/>
        <a:lstStyle/>
        <a:p>
          <a:endParaRPr lang="en-US"/>
        </a:p>
      </dgm:t>
    </dgm:pt>
    <dgm:pt modelId="{BBE13A04-1DB6-4307-A632-009F43A97EC7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Each voxel is assigned thermal properties based on its material and </a:t>
          </a:r>
          <a:r>
            <a:rPr lang="en-US" b="0" i="0" u="none" strike="noStrike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stackup</a:t>
          </a:r>
          <a:endParaRPr lang="en-US" dirty="0"/>
        </a:p>
      </dgm:t>
    </dgm:pt>
    <dgm:pt modelId="{88BB1C7D-6D9B-47AA-BDAA-6E11FD51F672}" type="parTrans" cxnId="{204FDFC9-86F0-482A-A6F1-D9A9ECDF015C}">
      <dgm:prSet/>
      <dgm:spPr/>
      <dgm:t>
        <a:bodyPr/>
        <a:lstStyle/>
        <a:p>
          <a:endParaRPr lang="en-US"/>
        </a:p>
      </dgm:t>
    </dgm:pt>
    <dgm:pt modelId="{E3EA2040-ACA4-48D5-8931-B76C645B15C4}" type="sibTrans" cxnId="{204FDFC9-86F0-482A-A6F1-D9A9ECDF015C}">
      <dgm:prSet/>
      <dgm:spPr/>
      <dgm:t>
        <a:bodyPr/>
        <a:lstStyle/>
        <a:p>
          <a:endParaRPr lang="en-US"/>
        </a:p>
      </dgm:t>
    </dgm:pt>
    <dgm:pt modelId="{2249826F-F4BF-4ACD-AFE0-BD0D089F2FA1}">
      <dgm:prSet/>
      <dgm:spPr/>
      <dgm:t>
        <a:bodyPr/>
        <a:lstStyle/>
        <a:p>
          <a:r>
            <a: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Conductivity is considered separate for in-plane and vertical plane</a:t>
          </a:r>
          <a:endParaRPr lang="en-US" dirty="0"/>
        </a:p>
      </dgm:t>
    </dgm:pt>
    <dgm:pt modelId="{AD63BE9F-A6CD-45D9-A7DA-D6E18EEC7BD0}" type="parTrans" cxnId="{F8FC1C70-5A32-445B-B3F0-88126E916FB4}">
      <dgm:prSet/>
      <dgm:spPr/>
      <dgm:t>
        <a:bodyPr/>
        <a:lstStyle/>
        <a:p>
          <a:endParaRPr lang="en-US"/>
        </a:p>
      </dgm:t>
    </dgm:pt>
    <dgm:pt modelId="{7B62BFD0-26DB-4FEE-8D20-89D27F251A47}" type="sibTrans" cxnId="{F8FC1C70-5A32-445B-B3F0-88126E916FB4}">
      <dgm:prSet/>
      <dgm:spPr/>
      <dgm:t>
        <a:bodyPr/>
        <a:lstStyle/>
        <a:p>
          <a:endParaRPr lang="en-US"/>
        </a:p>
      </dgm:t>
    </dgm:pt>
    <dgm:pt modelId="{4CDEA681-DBFD-4B2B-913A-1C00A57638F8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Power is deposited at the center z-plane of each die, matching physical location of transistor heat generation</a:t>
          </a:r>
          <a:endParaRPr lang="en-US"/>
        </a:p>
      </dgm:t>
    </dgm:pt>
    <dgm:pt modelId="{5B0B68DC-6CCC-44CF-AC2B-BE7D5204D7EB}" type="parTrans" cxnId="{B11FB7F7-DBF4-459C-93CC-7B890DF48DD0}">
      <dgm:prSet/>
      <dgm:spPr/>
      <dgm:t>
        <a:bodyPr/>
        <a:lstStyle/>
        <a:p>
          <a:endParaRPr lang="en-US"/>
        </a:p>
      </dgm:t>
    </dgm:pt>
    <dgm:pt modelId="{4169A718-C82C-4D07-9C9E-8AA58F59651B}" type="sibTrans" cxnId="{B11FB7F7-DBF4-459C-93CC-7B890DF48DD0}">
      <dgm:prSet/>
      <dgm:spPr/>
      <dgm:t>
        <a:bodyPr/>
        <a:lstStyle/>
        <a:p>
          <a:endParaRPr lang="en-US"/>
        </a:p>
      </dgm:t>
    </dgm:pt>
    <dgm:pt modelId="{CE62DBD5-64E9-400E-BCE1-15851E8F5BF6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Neighboring voxels are connected by thermal resistances in x, y, and z-directions</a:t>
          </a:r>
          <a:endParaRPr lang="en-US"/>
        </a:p>
      </dgm:t>
    </dgm:pt>
    <dgm:pt modelId="{98C20BFB-E3C4-4E3F-AA8A-D3170843EAD4}" type="parTrans" cxnId="{32C6F4C6-CF54-4A06-BD66-D06E29FC276D}">
      <dgm:prSet/>
      <dgm:spPr/>
      <dgm:t>
        <a:bodyPr/>
        <a:lstStyle/>
        <a:p>
          <a:endParaRPr lang="en-US"/>
        </a:p>
      </dgm:t>
    </dgm:pt>
    <dgm:pt modelId="{E306D66C-E6EA-4B1D-A5F5-58A1510D134D}" type="sibTrans" cxnId="{32C6F4C6-CF54-4A06-BD66-D06E29FC276D}">
      <dgm:prSet/>
      <dgm:spPr/>
      <dgm:t>
        <a:bodyPr/>
        <a:lstStyle/>
        <a:p>
          <a:endParaRPr lang="en-US"/>
        </a:p>
      </dgm:t>
    </dgm:pt>
    <dgm:pt modelId="{06D67EEF-5347-42F4-9897-C80DB3B392F0}">
      <dgm:prSet/>
      <dgm:spPr/>
      <dgm:t>
        <a:bodyPr/>
        <a:lstStyle/>
        <a:p>
          <a:r>
            <a: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Boundary conditions include convection to heatsink and convection at the bottom</a:t>
          </a:r>
          <a:endParaRPr lang="en-US" dirty="0"/>
        </a:p>
      </dgm:t>
    </dgm:pt>
    <dgm:pt modelId="{49B77A72-26E2-4433-A811-EC6A20C54AAF}" type="parTrans" cxnId="{728D3543-CFB2-4D7A-A5C6-902AF47A5218}">
      <dgm:prSet/>
      <dgm:spPr/>
      <dgm:t>
        <a:bodyPr/>
        <a:lstStyle/>
        <a:p>
          <a:endParaRPr lang="en-US"/>
        </a:p>
      </dgm:t>
    </dgm:pt>
    <dgm:pt modelId="{88C7481C-AAE4-4729-A636-88C126E4B021}" type="sibTrans" cxnId="{728D3543-CFB2-4D7A-A5C6-902AF47A5218}">
      <dgm:prSet/>
      <dgm:spPr/>
      <dgm:t>
        <a:bodyPr/>
        <a:lstStyle/>
        <a:p>
          <a:endParaRPr lang="en-US"/>
        </a:p>
      </dgm:t>
    </dgm:pt>
    <dgm:pt modelId="{714882BF-27C0-4E5A-A8BF-FF8FC242C00A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Thermal RC network exported to </a:t>
          </a:r>
          <a:r>
            <a:rPr lang="en-US" b="0" i="0" u="none" strike="noStrike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PySpice</a:t>
          </a:r>
          <a:r>
            <a:rPr lang="en-US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 for solving</a:t>
          </a:r>
          <a:endParaRPr lang="en-US" dirty="0"/>
        </a:p>
      </dgm:t>
    </dgm:pt>
    <dgm:pt modelId="{EEC4BD57-0CA8-49CC-B208-A5D33BAA9449}" type="parTrans" cxnId="{156C2E1E-2249-441B-9DA3-970326F85E2D}">
      <dgm:prSet/>
      <dgm:spPr/>
      <dgm:t>
        <a:bodyPr/>
        <a:lstStyle/>
        <a:p>
          <a:endParaRPr lang="en-US"/>
        </a:p>
      </dgm:t>
    </dgm:pt>
    <dgm:pt modelId="{51800631-85C9-4212-A5F1-BDBD90F8BDC4}" type="sibTrans" cxnId="{156C2E1E-2249-441B-9DA3-970326F85E2D}">
      <dgm:prSet/>
      <dgm:spPr/>
      <dgm:t>
        <a:bodyPr/>
        <a:lstStyle/>
        <a:p>
          <a:endParaRPr lang="en-US"/>
        </a:p>
      </dgm:t>
    </dgm:pt>
    <dgm:pt modelId="{04073715-CBDB-44CA-8136-9291D864091C}">
      <dgm:prSet/>
      <dgm:spPr/>
      <dgm:t>
        <a:bodyPr/>
        <a:lstStyle/>
        <a:p>
          <a:pPr>
            <a:buClr>
              <a:schemeClr val="dk1"/>
            </a:buClr>
            <a:buSzPts val="1300"/>
            <a:buFont typeface="Arial"/>
            <a:buChar char="•"/>
          </a:pPr>
          <a:r>
            <a: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Results from PySpice generate the temperatures for each voxel</a:t>
          </a:r>
          <a:endParaRPr lang="en-US"/>
        </a:p>
      </dgm:t>
    </dgm:pt>
    <dgm:pt modelId="{80D96DAF-357E-4861-AA02-6F1C82A30221}" type="parTrans" cxnId="{4FDFF4C8-C1C8-4047-8CAD-971E729C898A}">
      <dgm:prSet/>
      <dgm:spPr/>
      <dgm:t>
        <a:bodyPr/>
        <a:lstStyle/>
        <a:p>
          <a:endParaRPr lang="en-US"/>
        </a:p>
      </dgm:t>
    </dgm:pt>
    <dgm:pt modelId="{FA0F6661-3F7E-4897-A05C-D6827AA7F0A8}" type="sibTrans" cxnId="{4FDFF4C8-C1C8-4047-8CAD-971E729C898A}">
      <dgm:prSet/>
      <dgm:spPr/>
      <dgm:t>
        <a:bodyPr/>
        <a:lstStyle/>
        <a:p>
          <a:endParaRPr lang="en-US"/>
        </a:p>
      </dgm:t>
    </dgm:pt>
    <dgm:pt modelId="{A5F39443-E06A-4CB3-B8B9-3867F7DD7ED2}">
      <dgm:prSet/>
      <dgm:spPr/>
      <dgm:t>
        <a:bodyPr/>
        <a:lstStyle/>
        <a:p>
          <a:r>
            <a:rPr lang="en-US" dirty="0"/>
            <a:t>Compare reference case to our results, calculate variances, generate overall runtimes and values for each config</a:t>
          </a:r>
        </a:p>
      </dgm:t>
    </dgm:pt>
    <dgm:pt modelId="{22B91439-BE37-47D7-9744-ED60B462A957}" type="parTrans" cxnId="{D6235028-8576-436E-BD6D-3E50CDE72885}">
      <dgm:prSet/>
      <dgm:spPr/>
      <dgm:t>
        <a:bodyPr/>
        <a:lstStyle/>
        <a:p>
          <a:endParaRPr lang="en-US"/>
        </a:p>
      </dgm:t>
    </dgm:pt>
    <dgm:pt modelId="{D7C17480-016B-4103-B283-38CFBB27CB82}" type="sibTrans" cxnId="{D6235028-8576-436E-BD6D-3E50CDE72885}">
      <dgm:prSet/>
      <dgm:spPr/>
      <dgm:t>
        <a:bodyPr/>
        <a:lstStyle/>
        <a:p>
          <a:endParaRPr lang="en-US"/>
        </a:p>
      </dgm:t>
    </dgm:pt>
    <dgm:pt modelId="{E8A20FB8-F961-49DC-B480-1D6964066BBA}">
      <dgm:prSet/>
      <dgm:spPr/>
      <dgm:t>
        <a:bodyPr/>
        <a:lstStyle/>
        <a:p>
          <a:r>
            <a:rPr lang="en-US" dirty="0"/>
            <a:t>Output to results file</a:t>
          </a:r>
        </a:p>
      </dgm:t>
    </dgm:pt>
    <dgm:pt modelId="{E01D646D-2368-4AC8-84C6-6B361D892EA6}" type="parTrans" cxnId="{D2D1E090-5380-4584-B5AF-B1168D12F822}">
      <dgm:prSet/>
      <dgm:spPr/>
      <dgm:t>
        <a:bodyPr/>
        <a:lstStyle/>
        <a:p>
          <a:endParaRPr lang="en-US"/>
        </a:p>
      </dgm:t>
    </dgm:pt>
    <dgm:pt modelId="{19EC5730-C027-41C3-A7B0-0DDA18642172}" type="sibTrans" cxnId="{D2D1E090-5380-4584-B5AF-B1168D12F822}">
      <dgm:prSet/>
      <dgm:spPr/>
      <dgm:t>
        <a:bodyPr/>
        <a:lstStyle/>
        <a:p>
          <a:endParaRPr lang="en-US"/>
        </a:p>
      </dgm:t>
    </dgm:pt>
    <dgm:pt modelId="{FAEF85BF-178F-4149-A8FB-CE29186EFD30}" type="pres">
      <dgm:prSet presAssocID="{AB2CDE02-7520-42B4-B6F4-D6434051F7F1}" presName="linear" presStyleCnt="0">
        <dgm:presLayoutVars>
          <dgm:dir/>
          <dgm:animLvl val="lvl"/>
          <dgm:resizeHandles val="exact"/>
        </dgm:presLayoutVars>
      </dgm:prSet>
      <dgm:spPr/>
    </dgm:pt>
    <dgm:pt modelId="{3221B7ED-8E3E-4FA2-96E0-BD448A357746}" type="pres">
      <dgm:prSet presAssocID="{1AD99F01-7345-40B2-A62E-AB11D30DFA54}" presName="parentLin" presStyleCnt="0"/>
      <dgm:spPr/>
    </dgm:pt>
    <dgm:pt modelId="{6B2A64EB-CCF3-43DA-B4A7-566E0505E7B2}" type="pres">
      <dgm:prSet presAssocID="{1AD99F01-7345-40B2-A62E-AB11D30DFA54}" presName="parentLeftMargin" presStyleLbl="node1" presStyleIdx="0" presStyleCnt="7"/>
      <dgm:spPr/>
    </dgm:pt>
    <dgm:pt modelId="{50011B24-A32A-48E3-9C2E-A0AF7B5E10BA}" type="pres">
      <dgm:prSet presAssocID="{1AD99F01-7345-40B2-A62E-AB11D30DFA5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9499AD3-95B8-48D1-B9E8-D2133CAC042E}" type="pres">
      <dgm:prSet presAssocID="{1AD99F01-7345-40B2-A62E-AB11D30DFA54}" presName="negativeSpace" presStyleCnt="0"/>
      <dgm:spPr/>
    </dgm:pt>
    <dgm:pt modelId="{EC9E3DBE-0D6B-4750-83A6-7CE512725F2B}" type="pres">
      <dgm:prSet presAssocID="{1AD99F01-7345-40B2-A62E-AB11D30DFA54}" presName="childText" presStyleLbl="conFgAcc1" presStyleIdx="0" presStyleCnt="7">
        <dgm:presLayoutVars>
          <dgm:bulletEnabled val="1"/>
        </dgm:presLayoutVars>
      </dgm:prSet>
      <dgm:spPr/>
    </dgm:pt>
    <dgm:pt modelId="{4CCC506C-6347-4E82-A3A6-DAD141B9DB11}" type="pres">
      <dgm:prSet presAssocID="{412484A3-1999-4634-B8FA-20E31BCB609B}" presName="spaceBetweenRectangles" presStyleCnt="0"/>
      <dgm:spPr/>
    </dgm:pt>
    <dgm:pt modelId="{F8CDE72E-0045-468D-9E1C-B79C2541A4FB}" type="pres">
      <dgm:prSet presAssocID="{AD84CA6B-5BFF-43B0-9F0D-B704837366F1}" presName="parentLin" presStyleCnt="0"/>
      <dgm:spPr/>
    </dgm:pt>
    <dgm:pt modelId="{7BB108EB-9EDB-49DA-8796-FBF57227E046}" type="pres">
      <dgm:prSet presAssocID="{AD84CA6B-5BFF-43B0-9F0D-B704837366F1}" presName="parentLeftMargin" presStyleLbl="node1" presStyleIdx="0" presStyleCnt="7"/>
      <dgm:spPr/>
    </dgm:pt>
    <dgm:pt modelId="{636CC581-7360-4701-9F21-90FC5F9A7D0D}" type="pres">
      <dgm:prSet presAssocID="{AD84CA6B-5BFF-43B0-9F0D-B704837366F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1F269BE-ECCD-4D0A-8E7F-E866A7D9A61F}" type="pres">
      <dgm:prSet presAssocID="{AD84CA6B-5BFF-43B0-9F0D-B704837366F1}" presName="negativeSpace" presStyleCnt="0"/>
      <dgm:spPr/>
    </dgm:pt>
    <dgm:pt modelId="{E2A8696A-8E99-4ED8-A072-F0EC5B765960}" type="pres">
      <dgm:prSet presAssocID="{AD84CA6B-5BFF-43B0-9F0D-B704837366F1}" presName="childText" presStyleLbl="conFgAcc1" presStyleIdx="1" presStyleCnt="7">
        <dgm:presLayoutVars>
          <dgm:bulletEnabled val="1"/>
        </dgm:presLayoutVars>
      </dgm:prSet>
      <dgm:spPr/>
    </dgm:pt>
    <dgm:pt modelId="{0B1F600A-076B-4B5B-A1B9-4C9BDBF26BD0}" type="pres">
      <dgm:prSet presAssocID="{3DA0775E-B5F9-454A-A929-60CAF92DE6E6}" presName="spaceBetweenRectangles" presStyleCnt="0"/>
      <dgm:spPr/>
    </dgm:pt>
    <dgm:pt modelId="{09583737-236E-4CDD-9406-427D0534533A}" type="pres">
      <dgm:prSet presAssocID="{87C9FC03-C143-451F-A983-B8F42CCD8AB7}" presName="parentLin" presStyleCnt="0"/>
      <dgm:spPr/>
    </dgm:pt>
    <dgm:pt modelId="{897AE8D6-D39C-474F-AF79-D2FA5EF3DC38}" type="pres">
      <dgm:prSet presAssocID="{87C9FC03-C143-451F-A983-B8F42CCD8AB7}" presName="parentLeftMargin" presStyleLbl="node1" presStyleIdx="1" presStyleCnt="7"/>
      <dgm:spPr/>
    </dgm:pt>
    <dgm:pt modelId="{BE61F248-B448-4856-8E1F-08BC744FC348}" type="pres">
      <dgm:prSet presAssocID="{87C9FC03-C143-451F-A983-B8F42CCD8AB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5514E4-B9DB-4178-BF71-616A7B247EC7}" type="pres">
      <dgm:prSet presAssocID="{87C9FC03-C143-451F-A983-B8F42CCD8AB7}" presName="negativeSpace" presStyleCnt="0"/>
      <dgm:spPr/>
    </dgm:pt>
    <dgm:pt modelId="{ACAEF47C-90AD-40F2-B0C2-BB688898FD50}" type="pres">
      <dgm:prSet presAssocID="{87C9FC03-C143-451F-A983-B8F42CCD8AB7}" presName="childText" presStyleLbl="conFgAcc1" presStyleIdx="2" presStyleCnt="7">
        <dgm:presLayoutVars>
          <dgm:bulletEnabled val="1"/>
        </dgm:presLayoutVars>
      </dgm:prSet>
      <dgm:spPr/>
    </dgm:pt>
    <dgm:pt modelId="{42D299D3-3330-471E-897E-67A0300270AE}" type="pres">
      <dgm:prSet presAssocID="{17D87716-EA0A-46E3-B60C-2CE47680693B}" presName="spaceBetweenRectangles" presStyleCnt="0"/>
      <dgm:spPr/>
    </dgm:pt>
    <dgm:pt modelId="{AA771FF7-E0C6-4689-949D-0918BA4B0086}" type="pres">
      <dgm:prSet presAssocID="{E985F6C5-0E7A-43CC-8353-F6D43528506C}" presName="parentLin" presStyleCnt="0"/>
      <dgm:spPr/>
    </dgm:pt>
    <dgm:pt modelId="{42D6C8F3-018D-44DC-B81A-ACD8C91CAE09}" type="pres">
      <dgm:prSet presAssocID="{E985F6C5-0E7A-43CC-8353-F6D43528506C}" presName="parentLeftMargin" presStyleLbl="node1" presStyleIdx="2" presStyleCnt="7"/>
      <dgm:spPr/>
    </dgm:pt>
    <dgm:pt modelId="{F20AA408-7D96-474C-A9A3-1DDE573C89EF}" type="pres">
      <dgm:prSet presAssocID="{E985F6C5-0E7A-43CC-8353-F6D43528506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05706E2-3C82-44E5-B901-C4095427B9E7}" type="pres">
      <dgm:prSet presAssocID="{E985F6C5-0E7A-43CC-8353-F6D43528506C}" presName="negativeSpace" presStyleCnt="0"/>
      <dgm:spPr/>
    </dgm:pt>
    <dgm:pt modelId="{5422689F-F7D9-42E1-A7B4-77DAB9059E62}" type="pres">
      <dgm:prSet presAssocID="{E985F6C5-0E7A-43CC-8353-F6D43528506C}" presName="childText" presStyleLbl="conFgAcc1" presStyleIdx="3" presStyleCnt="7">
        <dgm:presLayoutVars>
          <dgm:bulletEnabled val="1"/>
        </dgm:presLayoutVars>
      </dgm:prSet>
      <dgm:spPr/>
    </dgm:pt>
    <dgm:pt modelId="{9B46C05A-166E-4BC8-8D34-FF449BF0608F}" type="pres">
      <dgm:prSet presAssocID="{7DC39134-DED6-4BE1-B2F9-64096E62FB62}" presName="spaceBetweenRectangles" presStyleCnt="0"/>
      <dgm:spPr/>
    </dgm:pt>
    <dgm:pt modelId="{EB1A5158-473B-4392-B32F-E09A129124AA}" type="pres">
      <dgm:prSet presAssocID="{192F2E52-0C31-4475-8A84-D69CB1E9FBF7}" presName="parentLin" presStyleCnt="0"/>
      <dgm:spPr/>
    </dgm:pt>
    <dgm:pt modelId="{EA85286B-F49C-48C2-96EB-2905894B5EF3}" type="pres">
      <dgm:prSet presAssocID="{192F2E52-0C31-4475-8A84-D69CB1E9FBF7}" presName="parentLeftMargin" presStyleLbl="node1" presStyleIdx="3" presStyleCnt="7"/>
      <dgm:spPr/>
    </dgm:pt>
    <dgm:pt modelId="{9979283F-85C3-4B11-9616-CBB3D7806EB9}" type="pres">
      <dgm:prSet presAssocID="{192F2E52-0C31-4475-8A84-D69CB1E9FBF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1E0B4A3-53A5-4335-99D0-EC8E37CAD907}" type="pres">
      <dgm:prSet presAssocID="{192F2E52-0C31-4475-8A84-D69CB1E9FBF7}" presName="negativeSpace" presStyleCnt="0"/>
      <dgm:spPr/>
    </dgm:pt>
    <dgm:pt modelId="{71D20A06-9C44-4101-AF3D-A8D676F1C036}" type="pres">
      <dgm:prSet presAssocID="{192F2E52-0C31-4475-8A84-D69CB1E9FBF7}" presName="childText" presStyleLbl="conFgAcc1" presStyleIdx="4" presStyleCnt="7">
        <dgm:presLayoutVars>
          <dgm:bulletEnabled val="1"/>
        </dgm:presLayoutVars>
      </dgm:prSet>
      <dgm:spPr/>
    </dgm:pt>
    <dgm:pt modelId="{E125532D-8BEC-447C-9E58-B8522F50A1E3}" type="pres">
      <dgm:prSet presAssocID="{5A7B4691-CBD5-4F3A-80E6-C9547238A6B0}" presName="spaceBetweenRectangles" presStyleCnt="0"/>
      <dgm:spPr/>
    </dgm:pt>
    <dgm:pt modelId="{CE911502-4C3A-4889-BE8A-57336C10B806}" type="pres">
      <dgm:prSet presAssocID="{194B50FE-B4BC-488E-BAB6-B3DDF21CF28F}" presName="parentLin" presStyleCnt="0"/>
      <dgm:spPr/>
    </dgm:pt>
    <dgm:pt modelId="{8A48D4BC-6E2C-4E8B-905D-97AA3B5E783C}" type="pres">
      <dgm:prSet presAssocID="{194B50FE-B4BC-488E-BAB6-B3DDF21CF28F}" presName="parentLeftMargin" presStyleLbl="node1" presStyleIdx="4" presStyleCnt="7"/>
      <dgm:spPr/>
    </dgm:pt>
    <dgm:pt modelId="{0ADCC207-03C5-4AC9-BE73-D62ED8F79706}" type="pres">
      <dgm:prSet presAssocID="{194B50FE-B4BC-488E-BAB6-B3DDF21CF28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C225AAC-06D1-49A1-91A0-4097D023CE12}" type="pres">
      <dgm:prSet presAssocID="{194B50FE-B4BC-488E-BAB6-B3DDF21CF28F}" presName="negativeSpace" presStyleCnt="0"/>
      <dgm:spPr/>
    </dgm:pt>
    <dgm:pt modelId="{101B2141-B215-43B7-8586-6D2CEB172C9B}" type="pres">
      <dgm:prSet presAssocID="{194B50FE-B4BC-488E-BAB6-B3DDF21CF28F}" presName="childText" presStyleLbl="conFgAcc1" presStyleIdx="5" presStyleCnt="7">
        <dgm:presLayoutVars>
          <dgm:bulletEnabled val="1"/>
        </dgm:presLayoutVars>
      </dgm:prSet>
      <dgm:spPr/>
    </dgm:pt>
    <dgm:pt modelId="{C5580301-4D04-483E-9EA8-1751B1A9DE5F}" type="pres">
      <dgm:prSet presAssocID="{1A15C534-A156-46F5-A4E2-27F109FA6116}" presName="spaceBetweenRectangles" presStyleCnt="0"/>
      <dgm:spPr/>
    </dgm:pt>
    <dgm:pt modelId="{9BC426F9-7914-49AE-BDD4-347C469EC774}" type="pres">
      <dgm:prSet presAssocID="{AF2DD35E-A32C-4BF2-ADF2-A95F2576F2F5}" presName="parentLin" presStyleCnt="0"/>
      <dgm:spPr/>
    </dgm:pt>
    <dgm:pt modelId="{D85C78A5-DBF5-4CAC-A072-E939CA20A60E}" type="pres">
      <dgm:prSet presAssocID="{AF2DD35E-A32C-4BF2-ADF2-A95F2576F2F5}" presName="parentLeftMargin" presStyleLbl="node1" presStyleIdx="5" presStyleCnt="7"/>
      <dgm:spPr/>
    </dgm:pt>
    <dgm:pt modelId="{C1893852-BC6E-4431-A751-3D70167EE31D}" type="pres">
      <dgm:prSet presAssocID="{AF2DD35E-A32C-4BF2-ADF2-A95F2576F2F5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0369375-449C-4C1C-801A-CA263CB35FA7}" type="pres">
      <dgm:prSet presAssocID="{AF2DD35E-A32C-4BF2-ADF2-A95F2576F2F5}" presName="negativeSpace" presStyleCnt="0"/>
      <dgm:spPr/>
    </dgm:pt>
    <dgm:pt modelId="{30D3B324-4A5B-496D-AB27-E13052EF2FA7}" type="pres">
      <dgm:prSet presAssocID="{AF2DD35E-A32C-4BF2-ADF2-A95F2576F2F5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11BF7100-6241-435F-9200-759713E35E44}" srcId="{AB2CDE02-7520-42B4-B6F4-D6434051F7F1}" destId="{AD84CA6B-5BFF-43B0-9F0D-B704837366F1}" srcOrd="1" destOrd="0" parTransId="{CAC19459-912C-45E3-8CDD-7DD8A672B376}" sibTransId="{3DA0775E-B5F9-454A-A929-60CAF92DE6E6}"/>
    <dgm:cxn modelId="{A4776401-8CD5-404D-A924-A6F41F763A4F}" type="presOf" srcId="{192F2E52-0C31-4475-8A84-D69CB1E9FBF7}" destId="{EA85286B-F49C-48C2-96EB-2905894B5EF3}" srcOrd="0" destOrd="0" presId="urn:microsoft.com/office/officeart/2005/8/layout/list1"/>
    <dgm:cxn modelId="{209CAB02-1FF6-44BD-805E-1928CC3426FF}" type="presOf" srcId="{1AD99F01-7345-40B2-A62E-AB11D30DFA54}" destId="{50011B24-A32A-48E3-9C2E-A0AF7B5E10BA}" srcOrd="1" destOrd="0" presId="urn:microsoft.com/office/officeart/2005/8/layout/list1"/>
    <dgm:cxn modelId="{A3A5FC0C-6A2B-46B2-95BA-59EB73B411F7}" srcId="{AB2CDE02-7520-42B4-B6F4-D6434051F7F1}" destId="{1AD99F01-7345-40B2-A62E-AB11D30DFA54}" srcOrd="0" destOrd="0" parTransId="{2A64E9F1-D130-4461-9FD0-EFD1BC5D8B0B}" sibTransId="{412484A3-1999-4634-B8FA-20E31BCB609B}"/>
    <dgm:cxn modelId="{CC703711-12EC-4FD9-941C-792952C4E40C}" type="presOf" srcId="{192F2E52-0C31-4475-8A84-D69CB1E9FBF7}" destId="{9979283F-85C3-4B11-9616-CBB3D7806EB9}" srcOrd="1" destOrd="0" presId="urn:microsoft.com/office/officeart/2005/8/layout/list1"/>
    <dgm:cxn modelId="{26B1F117-48A2-4440-A5D4-4313BA5C1EBF}" type="presOf" srcId="{AF2DD35E-A32C-4BF2-ADF2-A95F2576F2F5}" destId="{C1893852-BC6E-4431-A751-3D70167EE31D}" srcOrd="1" destOrd="0" presId="urn:microsoft.com/office/officeart/2005/8/layout/list1"/>
    <dgm:cxn modelId="{07110418-792E-438F-BD59-4F6AE94DE276}" srcId="{AB2CDE02-7520-42B4-B6F4-D6434051F7F1}" destId="{E985F6C5-0E7A-43CC-8353-F6D43528506C}" srcOrd="3" destOrd="0" parTransId="{BFE35B39-1558-49F0-9BD6-69CAAFECE94B}" sibTransId="{7DC39134-DED6-4BE1-B2F9-64096E62FB62}"/>
    <dgm:cxn modelId="{156C2E1E-2249-441B-9DA3-970326F85E2D}" srcId="{192F2E52-0C31-4475-8A84-D69CB1E9FBF7}" destId="{714882BF-27C0-4E5A-A8BF-FF8FC242C00A}" srcOrd="0" destOrd="0" parTransId="{EEC4BD57-0CA8-49CC-B208-A5D33BAA9449}" sibTransId="{51800631-85C9-4212-A5F1-BDBD90F8BDC4}"/>
    <dgm:cxn modelId="{96D45E1F-CDFE-4F0C-B1CD-84DAC9D50444}" srcId="{AB2CDE02-7520-42B4-B6F4-D6434051F7F1}" destId="{194B50FE-B4BC-488E-BAB6-B3DDF21CF28F}" srcOrd="5" destOrd="0" parTransId="{1D579654-F82D-475E-B109-11F423BA55A1}" sibTransId="{1A15C534-A156-46F5-A4E2-27F109FA6116}"/>
    <dgm:cxn modelId="{386DDD20-4791-4C6F-AA2E-7880FC6D32CF}" type="presOf" srcId="{87C9FC03-C143-451F-A983-B8F42CCD8AB7}" destId="{897AE8D6-D39C-474F-AF79-D2FA5EF3DC38}" srcOrd="0" destOrd="0" presId="urn:microsoft.com/office/officeart/2005/8/layout/list1"/>
    <dgm:cxn modelId="{48FA7E26-9552-4FC6-B15A-81203D5802B8}" type="presOf" srcId="{AB2CDE02-7520-42B4-B6F4-D6434051F7F1}" destId="{FAEF85BF-178F-4149-A8FB-CE29186EFD30}" srcOrd="0" destOrd="0" presId="urn:microsoft.com/office/officeart/2005/8/layout/list1"/>
    <dgm:cxn modelId="{D6235028-8576-436E-BD6D-3E50CDE72885}" srcId="{AF2DD35E-A32C-4BF2-ADF2-A95F2576F2F5}" destId="{A5F39443-E06A-4CB3-B8B9-3867F7DD7ED2}" srcOrd="0" destOrd="0" parTransId="{22B91439-BE37-47D7-9744-ED60B462A957}" sibTransId="{D7C17480-016B-4103-B283-38CFBB27CB82}"/>
    <dgm:cxn modelId="{6596CE31-58C5-4286-AB0D-4AC45ECCCAB2}" type="presOf" srcId="{194B50FE-B4BC-488E-BAB6-B3DDF21CF28F}" destId="{8A48D4BC-6E2C-4E8B-905D-97AA3B5E783C}" srcOrd="0" destOrd="0" presId="urn:microsoft.com/office/officeart/2005/8/layout/list1"/>
    <dgm:cxn modelId="{165E665E-2A15-4C3F-9941-35AFAB8C4066}" type="presOf" srcId="{E985F6C5-0E7A-43CC-8353-F6D43528506C}" destId="{42D6C8F3-018D-44DC-B81A-ACD8C91CAE09}" srcOrd="0" destOrd="0" presId="urn:microsoft.com/office/officeart/2005/8/layout/list1"/>
    <dgm:cxn modelId="{3FB87F62-E00F-49AA-A612-64952C21C4AE}" srcId="{AB2CDE02-7520-42B4-B6F4-D6434051F7F1}" destId="{192F2E52-0C31-4475-8A84-D69CB1E9FBF7}" srcOrd="4" destOrd="0" parTransId="{1D5C72A7-231E-453A-8EFC-61D81CB79E50}" sibTransId="{5A7B4691-CBD5-4F3A-80E6-C9547238A6B0}"/>
    <dgm:cxn modelId="{728D3543-CFB2-4D7A-A5C6-902AF47A5218}" srcId="{E985F6C5-0E7A-43CC-8353-F6D43528506C}" destId="{06D67EEF-5347-42F4-9897-C80DB3B392F0}" srcOrd="1" destOrd="0" parTransId="{49B77A72-26E2-4433-A811-EC6A20C54AAF}" sibTransId="{88C7481C-AAE4-4729-A636-88C126E4B021}"/>
    <dgm:cxn modelId="{BA6A3B6E-C0E8-44E1-997B-0EF80269C934}" type="presOf" srcId="{2249826F-F4BF-4ACD-AFE0-BD0D089F2FA1}" destId="{E2A8696A-8E99-4ED8-A072-F0EC5B765960}" srcOrd="0" destOrd="1" presId="urn:microsoft.com/office/officeart/2005/8/layout/list1"/>
    <dgm:cxn modelId="{C277924F-F6B4-4474-8321-2F42A9CA0781}" type="presOf" srcId="{A5F39443-E06A-4CB3-B8B9-3867F7DD7ED2}" destId="{30D3B324-4A5B-496D-AB27-E13052EF2FA7}" srcOrd="0" destOrd="0" presId="urn:microsoft.com/office/officeart/2005/8/layout/list1"/>
    <dgm:cxn modelId="{F8FC1C70-5A32-445B-B3F0-88126E916FB4}" srcId="{AD84CA6B-5BFF-43B0-9F0D-B704837366F1}" destId="{2249826F-F4BF-4ACD-AFE0-BD0D089F2FA1}" srcOrd="1" destOrd="0" parTransId="{AD63BE9F-A6CD-45D9-A7DA-D6E18EEC7BD0}" sibTransId="{7B62BFD0-26DB-4FEE-8D20-89D27F251A47}"/>
    <dgm:cxn modelId="{F1930D75-4C87-41FA-8344-DF5E2DBB94F0}" type="presOf" srcId="{714882BF-27C0-4E5A-A8BF-FF8FC242C00A}" destId="{71D20A06-9C44-4101-AF3D-A8D676F1C036}" srcOrd="0" destOrd="0" presId="urn:microsoft.com/office/officeart/2005/8/layout/list1"/>
    <dgm:cxn modelId="{F3B1D77A-BC62-439F-91D8-64D6C033F749}" type="presOf" srcId="{CE62DBD5-64E9-400E-BCE1-15851E8F5BF6}" destId="{5422689F-F7D9-42E1-A7B4-77DAB9059E62}" srcOrd="0" destOrd="0" presId="urn:microsoft.com/office/officeart/2005/8/layout/list1"/>
    <dgm:cxn modelId="{A2741582-A5B8-4E5F-A719-D8CFE9597845}" srcId="{AB2CDE02-7520-42B4-B6F4-D6434051F7F1}" destId="{87C9FC03-C143-451F-A983-B8F42CCD8AB7}" srcOrd="2" destOrd="0" parTransId="{A27ED547-A89A-410D-BC96-A152E297C6CF}" sibTransId="{17D87716-EA0A-46E3-B60C-2CE47680693B}"/>
    <dgm:cxn modelId="{FF0C4A87-2CFD-480E-8B3F-1AFC23E047EF}" type="presOf" srcId="{AD84CA6B-5BFF-43B0-9F0D-B704837366F1}" destId="{7BB108EB-9EDB-49DA-8796-FBF57227E046}" srcOrd="0" destOrd="0" presId="urn:microsoft.com/office/officeart/2005/8/layout/list1"/>
    <dgm:cxn modelId="{4EA8EA87-B447-4D3D-A854-2F6ADFA9482D}" type="presOf" srcId="{194B50FE-B4BC-488E-BAB6-B3DDF21CF28F}" destId="{0ADCC207-03C5-4AC9-BE73-D62ED8F79706}" srcOrd="1" destOrd="0" presId="urn:microsoft.com/office/officeart/2005/8/layout/list1"/>
    <dgm:cxn modelId="{D8B61D88-35D6-4E7F-B696-0928A85BEC49}" type="presOf" srcId="{BBE13A04-1DB6-4307-A632-009F43A97EC7}" destId="{E2A8696A-8E99-4ED8-A072-F0EC5B765960}" srcOrd="0" destOrd="0" presId="urn:microsoft.com/office/officeart/2005/8/layout/list1"/>
    <dgm:cxn modelId="{798DEC8B-6074-4DC9-8F38-86E7CC7B3D87}" type="presOf" srcId="{AD84CA6B-5BFF-43B0-9F0D-B704837366F1}" destId="{636CC581-7360-4701-9F21-90FC5F9A7D0D}" srcOrd="1" destOrd="0" presId="urn:microsoft.com/office/officeart/2005/8/layout/list1"/>
    <dgm:cxn modelId="{F1190E8E-43C1-4677-8F06-359168A4B06F}" type="presOf" srcId="{E985F6C5-0E7A-43CC-8353-F6D43528506C}" destId="{F20AA408-7D96-474C-A9A3-1DDE573C89EF}" srcOrd="1" destOrd="0" presId="urn:microsoft.com/office/officeart/2005/8/layout/list1"/>
    <dgm:cxn modelId="{F264138F-406F-4FC3-A894-85A941C2BFC4}" srcId="{1AD99F01-7345-40B2-A62E-AB11D30DFA54}" destId="{60D09EDE-B9E5-4580-82AD-AF2D54C52ECA}" srcOrd="0" destOrd="0" parTransId="{B4BF0265-3F4E-4BF4-AD67-5311B0B42519}" sibTransId="{9A6983B5-3278-479C-9201-D3E0D4700A47}"/>
    <dgm:cxn modelId="{7A1CF18F-8CE7-405C-817C-82D1EFED0306}" type="presOf" srcId="{87C9FC03-C143-451F-A983-B8F42CCD8AB7}" destId="{BE61F248-B448-4856-8E1F-08BC744FC348}" srcOrd="1" destOrd="0" presId="urn:microsoft.com/office/officeart/2005/8/layout/list1"/>
    <dgm:cxn modelId="{D2D1E090-5380-4584-B5AF-B1168D12F822}" srcId="{AF2DD35E-A32C-4BF2-ADF2-A95F2576F2F5}" destId="{E8A20FB8-F961-49DC-B480-1D6964066BBA}" srcOrd="1" destOrd="0" parTransId="{E01D646D-2368-4AC8-84C6-6B361D892EA6}" sibTransId="{19EC5730-C027-41C3-A7B0-0DDA18642172}"/>
    <dgm:cxn modelId="{AF7F7DA0-6F77-4AE8-8F18-A6AD65C95D5F}" type="presOf" srcId="{4CDEA681-DBFD-4B2B-913A-1C00A57638F8}" destId="{ACAEF47C-90AD-40F2-B0C2-BB688898FD50}" srcOrd="0" destOrd="0" presId="urn:microsoft.com/office/officeart/2005/8/layout/list1"/>
    <dgm:cxn modelId="{AC672FA5-7091-4841-B4B0-773FDEFD674C}" srcId="{AB2CDE02-7520-42B4-B6F4-D6434051F7F1}" destId="{AF2DD35E-A32C-4BF2-ADF2-A95F2576F2F5}" srcOrd="6" destOrd="0" parTransId="{82B180AF-DD87-4414-818C-5AA48A9A94BB}" sibTransId="{F84BEF26-4034-45CA-A84B-541F26AAAFC3}"/>
    <dgm:cxn modelId="{83A196B9-1666-4BEB-9C6F-5EAB0A0FD6D7}" type="presOf" srcId="{AF2DD35E-A32C-4BF2-ADF2-A95F2576F2F5}" destId="{D85C78A5-DBF5-4CAC-A072-E939CA20A60E}" srcOrd="0" destOrd="0" presId="urn:microsoft.com/office/officeart/2005/8/layout/list1"/>
    <dgm:cxn modelId="{451D13BE-456B-4170-8B11-DA725F23BF8E}" type="presOf" srcId="{E8A20FB8-F961-49DC-B480-1D6964066BBA}" destId="{30D3B324-4A5B-496D-AB27-E13052EF2FA7}" srcOrd="0" destOrd="1" presId="urn:microsoft.com/office/officeart/2005/8/layout/list1"/>
    <dgm:cxn modelId="{32C6F4C6-CF54-4A06-BD66-D06E29FC276D}" srcId="{E985F6C5-0E7A-43CC-8353-F6D43528506C}" destId="{CE62DBD5-64E9-400E-BCE1-15851E8F5BF6}" srcOrd="0" destOrd="0" parTransId="{98C20BFB-E3C4-4E3F-AA8A-D3170843EAD4}" sibTransId="{E306D66C-E6EA-4B1D-A5F5-58A1510D134D}"/>
    <dgm:cxn modelId="{811E9FC8-6239-40A5-BF08-6ED8D2250313}" type="presOf" srcId="{60D09EDE-B9E5-4580-82AD-AF2D54C52ECA}" destId="{EC9E3DBE-0D6B-4750-83A6-7CE512725F2B}" srcOrd="0" destOrd="0" presId="urn:microsoft.com/office/officeart/2005/8/layout/list1"/>
    <dgm:cxn modelId="{4FDFF4C8-C1C8-4047-8CAD-971E729C898A}" srcId="{194B50FE-B4BC-488E-BAB6-B3DDF21CF28F}" destId="{04073715-CBDB-44CA-8136-9291D864091C}" srcOrd="0" destOrd="0" parTransId="{80D96DAF-357E-4861-AA02-6F1C82A30221}" sibTransId="{FA0F6661-3F7E-4897-A05C-D6827AA7F0A8}"/>
    <dgm:cxn modelId="{204FDFC9-86F0-482A-A6F1-D9A9ECDF015C}" srcId="{AD84CA6B-5BFF-43B0-9F0D-B704837366F1}" destId="{BBE13A04-1DB6-4307-A632-009F43A97EC7}" srcOrd="0" destOrd="0" parTransId="{88BB1C7D-6D9B-47AA-BDAA-6E11FD51F672}" sibTransId="{E3EA2040-ACA4-48D5-8931-B76C645B15C4}"/>
    <dgm:cxn modelId="{4339E0D1-1E9A-42EF-9254-AEDF30BFD094}" type="presOf" srcId="{1AD99F01-7345-40B2-A62E-AB11D30DFA54}" destId="{6B2A64EB-CCF3-43DA-B4A7-566E0505E7B2}" srcOrd="0" destOrd="0" presId="urn:microsoft.com/office/officeart/2005/8/layout/list1"/>
    <dgm:cxn modelId="{237A5DD9-305C-411B-BF58-B49285E42ED1}" type="presOf" srcId="{06D67EEF-5347-42F4-9897-C80DB3B392F0}" destId="{5422689F-F7D9-42E1-A7B4-77DAB9059E62}" srcOrd="0" destOrd="1" presId="urn:microsoft.com/office/officeart/2005/8/layout/list1"/>
    <dgm:cxn modelId="{B13D19EA-D628-4806-8AB5-068494A3DC36}" type="presOf" srcId="{04073715-CBDB-44CA-8136-9291D864091C}" destId="{101B2141-B215-43B7-8586-6D2CEB172C9B}" srcOrd="0" destOrd="0" presId="urn:microsoft.com/office/officeart/2005/8/layout/list1"/>
    <dgm:cxn modelId="{B11FB7F7-DBF4-459C-93CC-7B890DF48DD0}" srcId="{87C9FC03-C143-451F-A983-B8F42CCD8AB7}" destId="{4CDEA681-DBFD-4B2B-913A-1C00A57638F8}" srcOrd="0" destOrd="0" parTransId="{5B0B68DC-6CCC-44CF-AC2B-BE7D5204D7EB}" sibTransId="{4169A718-C82C-4D07-9C9E-8AA58F59651B}"/>
    <dgm:cxn modelId="{19C61307-7152-41C9-AA74-6528B6BF1E3E}" type="presParOf" srcId="{FAEF85BF-178F-4149-A8FB-CE29186EFD30}" destId="{3221B7ED-8E3E-4FA2-96E0-BD448A357746}" srcOrd="0" destOrd="0" presId="urn:microsoft.com/office/officeart/2005/8/layout/list1"/>
    <dgm:cxn modelId="{F1397075-7AC3-40EA-BDED-6E7C86B7FB24}" type="presParOf" srcId="{3221B7ED-8E3E-4FA2-96E0-BD448A357746}" destId="{6B2A64EB-CCF3-43DA-B4A7-566E0505E7B2}" srcOrd="0" destOrd="0" presId="urn:microsoft.com/office/officeart/2005/8/layout/list1"/>
    <dgm:cxn modelId="{B86848C4-A07A-49D1-81D9-0E52929301CA}" type="presParOf" srcId="{3221B7ED-8E3E-4FA2-96E0-BD448A357746}" destId="{50011B24-A32A-48E3-9C2E-A0AF7B5E10BA}" srcOrd="1" destOrd="0" presId="urn:microsoft.com/office/officeart/2005/8/layout/list1"/>
    <dgm:cxn modelId="{083B37DC-C99D-4037-944B-FD4A423FB721}" type="presParOf" srcId="{FAEF85BF-178F-4149-A8FB-CE29186EFD30}" destId="{49499AD3-95B8-48D1-B9E8-D2133CAC042E}" srcOrd="1" destOrd="0" presId="urn:microsoft.com/office/officeart/2005/8/layout/list1"/>
    <dgm:cxn modelId="{19BA7525-8540-42D3-8105-7FCB939C5432}" type="presParOf" srcId="{FAEF85BF-178F-4149-A8FB-CE29186EFD30}" destId="{EC9E3DBE-0D6B-4750-83A6-7CE512725F2B}" srcOrd="2" destOrd="0" presId="urn:microsoft.com/office/officeart/2005/8/layout/list1"/>
    <dgm:cxn modelId="{19D2986D-5726-4DC2-868A-ECDAF7541EC5}" type="presParOf" srcId="{FAEF85BF-178F-4149-A8FB-CE29186EFD30}" destId="{4CCC506C-6347-4E82-A3A6-DAD141B9DB11}" srcOrd="3" destOrd="0" presId="urn:microsoft.com/office/officeart/2005/8/layout/list1"/>
    <dgm:cxn modelId="{4886FFE0-18F1-4E24-AB44-FBD9DE30C9AC}" type="presParOf" srcId="{FAEF85BF-178F-4149-A8FB-CE29186EFD30}" destId="{F8CDE72E-0045-468D-9E1C-B79C2541A4FB}" srcOrd="4" destOrd="0" presId="urn:microsoft.com/office/officeart/2005/8/layout/list1"/>
    <dgm:cxn modelId="{3585654E-3874-4DD2-AA4D-7FC0303E50B3}" type="presParOf" srcId="{F8CDE72E-0045-468D-9E1C-B79C2541A4FB}" destId="{7BB108EB-9EDB-49DA-8796-FBF57227E046}" srcOrd="0" destOrd="0" presId="urn:microsoft.com/office/officeart/2005/8/layout/list1"/>
    <dgm:cxn modelId="{410D6D74-AE99-4C16-9E8D-423ED34012A7}" type="presParOf" srcId="{F8CDE72E-0045-468D-9E1C-B79C2541A4FB}" destId="{636CC581-7360-4701-9F21-90FC5F9A7D0D}" srcOrd="1" destOrd="0" presId="urn:microsoft.com/office/officeart/2005/8/layout/list1"/>
    <dgm:cxn modelId="{1F1B89C4-953A-4FA9-A9D8-6A15B185674B}" type="presParOf" srcId="{FAEF85BF-178F-4149-A8FB-CE29186EFD30}" destId="{11F269BE-ECCD-4D0A-8E7F-E866A7D9A61F}" srcOrd="5" destOrd="0" presId="urn:microsoft.com/office/officeart/2005/8/layout/list1"/>
    <dgm:cxn modelId="{B500FFEA-1631-4CFA-90E6-C306B2A5DF5B}" type="presParOf" srcId="{FAEF85BF-178F-4149-A8FB-CE29186EFD30}" destId="{E2A8696A-8E99-4ED8-A072-F0EC5B765960}" srcOrd="6" destOrd="0" presId="urn:microsoft.com/office/officeart/2005/8/layout/list1"/>
    <dgm:cxn modelId="{F05F35ED-1BC9-4E1A-8540-C566D8F2FFF0}" type="presParOf" srcId="{FAEF85BF-178F-4149-A8FB-CE29186EFD30}" destId="{0B1F600A-076B-4B5B-A1B9-4C9BDBF26BD0}" srcOrd="7" destOrd="0" presId="urn:microsoft.com/office/officeart/2005/8/layout/list1"/>
    <dgm:cxn modelId="{8B7F5F38-C46B-4CF1-85A0-C1D1FCE0EA13}" type="presParOf" srcId="{FAEF85BF-178F-4149-A8FB-CE29186EFD30}" destId="{09583737-236E-4CDD-9406-427D0534533A}" srcOrd="8" destOrd="0" presId="urn:microsoft.com/office/officeart/2005/8/layout/list1"/>
    <dgm:cxn modelId="{CC7EC993-4787-4EB0-94AD-4F2933401DA8}" type="presParOf" srcId="{09583737-236E-4CDD-9406-427D0534533A}" destId="{897AE8D6-D39C-474F-AF79-D2FA5EF3DC38}" srcOrd="0" destOrd="0" presId="urn:microsoft.com/office/officeart/2005/8/layout/list1"/>
    <dgm:cxn modelId="{C402F25D-10AB-4CC6-B7E1-AF81FA9034F4}" type="presParOf" srcId="{09583737-236E-4CDD-9406-427D0534533A}" destId="{BE61F248-B448-4856-8E1F-08BC744FC348}" srcOrd="1" destOrd="0" presId="urn:microsoft.com/office/officeart/2005/8/layout/list1"/>
    <dgm:cxn modelId="{D2D20B87-B597-464C-AFB8-2132F50F815F}" type="presParOf" srcId="{FAEF85BF-178F-4149-A8FB-CE29186EFD30}" destId="{C05514E4-B9DB-4178-BF71-616A7B247EC7}" srcOrd="9" destOrd="0" presId="urn:microsoft.com/office/officeart/2005/8/layout/list1"/>
    <dgm:cxn modelId="{C04EE4AA-886C-4647-B343-118B6CCAFFAB}" type="presParOf" srcId="{FAEF85BF-178F-4149-A8FB-CE29186EFD30}" destId="{ACAEF47C-90AD-40F2-B0C2-BB688898FD50}" srcOrd="10" destOrd="0" presId="urn:microsoft.com/office/officeart/2005/8/layout/list1"/>
    <dgm:cxn modelId="{44A97C68-A73A-4324-AEE6-8F18BD087C8B}" type="presParOf" srcId="{FAEF85BF-178F-4149-A8FB-CE29186EFD30}" destId="{42D299D3-3330-471E-897E-67A0300270AE}" srcOrd="11" destOrd="0" presId="urn:microsoft.com/office/officeart/2005/8/layout/list1"/>
    <dgm:cxn modelId="{B911D93F-7389-4893-A646-3BF01FECEAE8}" type="presParOf" srcId="{FAEF85BF-178F-4149-A8FB-CE29186EFD30}" destId="{AA771FF7-E0C6-4689-949D-0918BA4B0086}" srcOrd="12" destOrd="0" presId="urn:microsoft.com/office/officeart/2005/8/layout/list1"/>
    <dgm:cxn modelId="{A5E1B3CD-0E37-471E-AFE1-74665F49B25E}" type="presParOf" srcId="{AA771FF7-E0C6-4689-949D-0918BA4B0086}" destId="{42D6C8F3-018D-44DC-B81A-ACD8C91CAE09}" srcOrd="0" destOrd="0" presId="urn:microsoft.com/office/officeart/2005/8/layout/list1"/>
    <dgm:cxn modelId="{96BDB843-E953-4F1F-A900-1F05C13A0B5D}" type="presParOf" srcId="{AA771FF7-E0C6-4689-949D-0918BA4B0086}" destId="{F20AA408-7D96-474C-A9A3-1DDE573C89EF}" srcOrd="1" destOrd="0" presId="urn:microsoft.com/office/officeart/2005/8/layout/list1"/>
    <dgm:cxn modelId="{151A6BF1-C217-4D8A-83AA-3F1CEA468393}" type="presParOf" srcId="{FAEF85BF-178F-4149-A8FB-CE29186EFD30}" destId="{F05706E2-3C82-44E5-B901-C4095427B9E7}" srcOrd="13" destOrd="0" presId="urn:microsoft.com/office/officeart/2005/8/layout/list1"/>
    <dgm:cxn modelId="{77E5C4E5-8563-4FD5-B3EE-541FF51000EF}" type="presParOf" srcId="{FAEF85BF-178F-4149-A8FB-CE29186EFD30}" destId="{5422689F-F7D9-42E1-A7B4-77DAB9059E62}" srcOrd="14" destOrd="0" presId="urn:microsoft.com/office/officeart/2005/8/layout/list1"/>
    <dgm:cxn modelId="{302DA5D3-17F5-4E3C-9EB5-420A15A0E2B3}" type="presParOf" srcId="{FAEF85BF-178F-4149-A8FB-CE29186EFD30}" destId="{9B46C05A-166E-4BC8-8D34-FF449BF0608F}" srcOrd="15" destOrd="0" presId="urn:microsoft.com/office/officeart/2005/8/layout/list1"/>
    <dgm:cxn modelId="{2A63A922-245B-41AF-8114-CC3674B08FE1}" type="presParOf" srcId="{FAEF85BF-178F-4149-A8FB-CE29186EFD30}" destId="{EB1A5158-473B-4392-B32F-E09A129124AA}" srcOrd="16" destOrd="0" presId="urn:microsoft.com/office/officeart/2005/8/layout/list1"/>
    <dgm:cxn modelId="{6C0EC596-783B-455A-BF52-0BB4DD69CEFA}" type="presParOf" srcId="{EB1A5158-473B-4392-B32F-E09A129124AA}" destId="{EA85286B-F49C-48C2-96EB-2905894B5EF3}" srcOrd="0" destOrd="0" presId="urn:microsoft.com/office/officeart/2005/8/layout/list1"/>
    <dgm:cxn modelId="{625F3C82-3531-4AD8-B0D5-3740D83F0283}" type="presParOf" srcId="{EB1A5158-473B-4392-B32F-E09A129124AA}" destId="{9979283F-85C3-4B11-9616-CBB3D7806EB9}" srcOrd="1" destOrd="0" presId="urn:microsoft.com/office/officeart/2005/8/layout/list1"/>
    <dgm:cxn modelId="{EBE16587-2BE8-42D4-9D9E-ACF2246975D1}" type="presParOf" srcId="{FAEF85BF-178F-4149-A8FB-CE29186EFD30}" destId="{01E0B4A3-53A5-4335-99D0-EC8E37CAD907}" srcOrd="17" destOrd="0" presId="urn:microsoft.com/office/officeart/2005/8/layout/list1"/>
    <dgm:cxn modelId="{6E202ADE-1B43-454B-BA2F-3B4F6764B90C}" type="presParOf" srcId="{FAEF85BF-178F-4149-A8FB-CE29186EFD30}" destId="{71D20A06-9C44-4101-AF3D-A8D676F1C036}" srcOrd="18" destOrd="0" presId="urn:microsoft.com/office/officeart/2005/8/layout/list1"/>
    <dgm:cxn modelId="{05A0AB7B-994F-41C0-B331-BC60836A8414}" type="presParOf" srcId="{FAEF85BF-178F-4149-A8FB-CE29186EFD30}" destId="{E125532D-8BEC-447C-9E58-B8522F50A1E3}" srcOrd="19" destOrd="0" presId="urn:microsoft.com/office/officeart/2005/8/layout/list1"/>
    <dgm:cxn modelId="{C4484241-D3F0-4B7C-B630-E49D128A11E5}" type="presParOf" srcId="{FAEF85BF-178F-4149-A8FB-CE29186EFD30}" destId="{CE911502-4C3A-4889-BE8A-57336C10B806}" srcOrd="20" destOrd="0" presId="urn:microsoft.com/office/officeart/2005/8/layout/list1"/>
    <dgm:cxn modelId="{9EBA1698-4778-4525-B063-854AC9B166C2}" type="presParOf" srcId="{CE911502-4C3A-4889-BE8A-57336C10B806}" destId="{8A48D4BC-6E2C-4E8B-905D-97AA3B5E783C}" srcOrd="0" destOrd="0" presId="urn:microsoft.com/office/officeart/2005/8/layout/list1"/>
    <dgm:cxn modelId="{E4E47128-06CA-4A08-9C5F-8CA71143DFCD}" type="presParOf" srcId="{CE911502-4C3A-4889-BE8A-57336C10B806}" destId="{0ADCC207-03C5-4AC9-BE73-D62ED8F79706}" srcOrd="1" destOrd="0" presId="urn:microsoft.com/office/officeart/2005/8/layout/list1"/>
    <dgm:cxn modelId="{5849D7E1-D02C-44C3-B12C-E882A994FAEE}" type="presParOf" srcId="{FAEF85BF-178F-4149-A8FB-CE29186EFD30}" destId="{FC225AAC-06D1-49A1-91A0-4097D023CE12}" srcOrd="21" destOrd="0" presId="urn:microsoft.com/office/officeart/2005/8/layout/list1"/>
    <dgm:cxn modelId="{10F3404B-4201-498D-9F01-BE993A006C02}" type="presParOf" srcId="{FAEF85BF-178F-4149-A8FB-CE29186EFD30}" destId="{101B2141-B215-43B7-8586-6D2CEB172C9B}" srcOrd="22" destOrd="0" presId="urn:microsoft.com/office/officeart/2005/8/layout/list1"/>
    <dgm:cxn modelId="{E40DC498-5CD1-45AF-AA8D-987D6CA56CE4}" type="presParOf" srcId="{FAEF85BF-178F-4149-A8FB-CE29186EFD30}" destId="{C5580301-4D04-483E-9EA8-1751B1A9DE5F}" srcOrd="23" destOrd="0" presId="urn:microsoft.com/office/officeart/2005/8/layout/list1"/>
    <dgm:cxn modelId="{66519C1D-0697-44AA-93EA-3747272A3158}" type="presParOf" srcId="{FAEF85BF-178F-4149-A8FB-CE29186EFD30}" destId="{9BC426F9-7914-49AE-BDD4-347C469EC774}" srcOrd="24" destOrd="0" presId="urn:microsoft.com/office/officeart/2005/8/layout/list1"/>
    <dgm:cxn modelId="{B8AD2466-1142-46D1-A585-26C1EECA240D}" type="presParOf" srcId="{9BC426F9-7914-49AE-BDD4-347C469EC774}" destId="{D85C78A5-DBF5-4CAC-A072-E939CA20A60E}" srcOrd="0" destOrd="0" presId="urn:microsoft.com/office/officeart/2005/8/layout/list1"/>
    <dgm:cxn modelId="{260526EF-1E09-4E19-87D5-6B0EC66676E9}" type="presParOf" srcId="{9BC426F9-7914-49AE-BDD4-347C469EC774}" destId="{C1893852-BC6E-4431-A751-3D70167EE31D}" srcOrd="1" destOrd="0" presId="urn:microsoft.com/office/officeart/2005/8/layout/list1"/>
    <dgm:cxn modelId="{665762D5-CB11-428C-AE06-36C5337313F7}" type="presParOf" srcId="{FAEF85BF-178F-4149-A8FB-CE29186EFD30}" destId="{A0369375-449C-4C1C-801A-CA263CB35FA7}" srcOrd="25" destOrd="0" presId="urn:microsoft.com/office/officeart/2005/8/layout/list1"/>
    <dgm:cxn modelId="{E40FC6B5-5C06-46D2-9A67-550A69A04654}" type="presParOf" srcId="{FAEF85BF-178F-4149-A8FB-CE29186EFD30}" destId="{30D3B324-4A5B-496D-AB27-E13052EF2FA7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CF1F25-E193-45DD-AD69-C850FCA03018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24DA82-1653-4CE9-8742-D5CE26EA71B6}">
      <dgm:prSet phldrT="[Text]" phldr="0"/>
      <dgm:spPr/>
      <dgm:t>
        <a:bodyPr/>
        <a:lstStyle/>
        <a:p>
          <a:r>
            <a:rPr lang="en-US" dirty="0"/>
            <a:t>  </a:t>
          </a:r>
        </a:p>
      </dgm:t>
    </dgm:pt>
    <dgm:pt modelId="{0B2D15B7-CB88-4F98-94F9-DF921ED7155E}" type="parTrans" cxnId="{96AA1A91-F71E-40FF-B113-08665C3ECF0B}">
      <dgm:prSet/>
      <dgm:spPr/>
      <dgm:t>
        <a:bodyPr/>
        <a:lstStyle/>
        <a:p>
          <a:endParaRPr lang="en-US"/>
        </a:p>
      </dgm:t>
    </dgm:pt>
    <dgm:pt modelId="{7D729B6E-5AC6-4422-A5D5-C0BB3A464A14}" type="sibTrans" cxnId="{96AA1A91-F71E-40FF-B113-08665C3ECF0B}">
      <dgm:prSet/>
      <dgm:spPr/>
      <dgm:t>
        <a:bodyPr/>
        <a:lstStyle/>
        <a:p>
          <a:endParaRPr lang="en-US"/>
        </a:p>
      </dgm:t>
    </dgm:pt>
    <dgm:pt modelId="{E2F66BA4-1DA9-4611-B88E-E741759901CA}">
      <dgm:prSet phldrT="[Text]" phldr="0"/>
      <dgm:spPr/>
      <dgm:t>
        <a:bodyPr/>
        <a:lstStyle/>
        <a:p>
          <a:r>
            <a:rPr lang="en-US" dirty="0"/>
            <a:t>  </a:t>
          </a:r>
        </a:p>
      </dgm:t>
    </dgm:pt>
    <dgm:pt modelId="{2E909C2B-D3A8-43A7-A00F-8BFFAEED9FFA}" type="parTrans" cxnId="{A3F34140-E7E7-4D73-83F8-F06A1EC42295}">
      <dgm:prSet/>
      <dgm:spPr/>
      <dgm:t>
        <a:bodyPr/>
        <a:lstStyle/>
        <a:p>
          <a:endParaRPr lang="en-US"/>
        </a:p>
      </dgm:t>
    </dgm:pt>
    <dgm:pt modelId="{3DF4A227-C9ED-46AC-AE05-EF5514876461}" type="sibTrans" cxnId="{A3F34140-E7E7-4D73-83F8-F06A1EC42295}">
      <dgm:prSet/>
      <dgm:spPr/>
      <dgm:t>
        <a:bodyPr/>
        <a:lstStyle/>
        <a:p>
          <a:endParaRPr lang="en-US"/>
        </a:p>
      </dgm:t>
    </dgm:pt>
    <dgm:pt modelId="{59310040-70B3-44E2-8E40-CCB07735ECC7}">
      <dgm:prSet/>
      <dgm:spPr/>
      <dgm:t>
        <a:bodyPr/>
        <a:lstStyle/>
        <a:p>
          <a:pPr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dirty="0"/>
            <a:t>The developed 3D voxel-based thermal solver converts heat transfer into a thermal RC network solved with </a:t>
          </a:r>
          <a:r>
            <a:rPr lang="en-US" dirty="0" err="1"/>
            <a:t>PySpice</a:t>
          </a:r>
          <a:endParaRPr lang="en-US" dirty="0"/>
        </a:p>
      </dgm:t>
    </dgm:pt>
    <dgm:pt modelId="{A7E343F8-0953-4C14-B04B-3733F6C220D8}" type="parTrans" cxnId="{7403050C-39DD-4FF7-AA68-B2924FF37979}">
      <dgm:prSet/>
      <dgm:spPr/>
      <dgm:t>
        <a:bodyPr/>
        <a:lstStyle/>
        <a:p>
          <a:endParaRPr lang="en-US"/>
        </a:p>
      </dgm:t>
    </dgm:pt>
    <dgm:pt modelId="{5FD25A94-D89E-479B-B828-83F20D77EAA4}" type="sibTrans" cxnId="{7403050C-39DD-4FF7-AA68-B2924FF37979}">
      <dgm:prSet/>
      <dgm:spPr/>
      <dgm:t>
        <a:bodyPr/>
        <a:lstStyle/>
        <a:p>
          <a:endParaRPr lang="en-US"/>
        </a:p>
      </dgm:t>
    </dgm:pt>
    <dgm:pt modelId="{B69DFB1C-A526-4022-AB2B-690694827831}">
      <dgm:prSet/>
      <dgm:spPr/>
      <dgm:t>
        <a:bodyPr/>
        <a:lstStyle/>
        <a:p>
          <a:pPr>
            <a:spcAft>
              <a:spcPts val="1000"/>
            </a:spcAft>
          </a:pPr>
          <a:r>
            <a:rPr lang="en-US" dirty="0"/>
            <a:t>The non-uniform adaptive voxel grid aligned to package geometry and was broadened for uniform areas, balancing accuracy and computational effort</a:t>
          </a:r>
        </a:p>
      </dgm:t>
    </dgm:pt>
    <dgm:pt modelId="{A88ECB5A-DA2C-46A4-876B-A28224286904}" type="parTrans" cxnId="{071BDBEB-F275-414D-AD0C-F175D15879FE}">
      <dgm:prSet/>
      <dgm:spPr/>
      <dgm:t>
        <a:bodyPr/>
        <a:lstStyle/>
        <a:p>
          <a:endParaRPr lang="en-US"/>
        </a:p>
      </dgm:t>
    </dgm:pt>
    <dgm:pt modelId="{E49C3C4B-FB79-4C22-965E-8770B67144A9}" type="sibTrans" cxnId="{071BDBEB-F275-414D-AD0C-F175D15879FE}">
      <dgm:prSet/>
      <dgm:spPr/>
      <dgm:t>
        <a:bodyPr/>
        <a:lstStyle/>
        <a:p>
          <a:endParaRPr lang="en-US"/>
        </a:p>
      </dgm:t>
    </dgm:pt>
    <dgm:pt modelId="{76094C75-94D5-44F1-9255-3213D9037262}">
      <dgm:prSet/>
      <dgm:spPr/>
      <dgm:t>
        <a:bodyPr/>
        <a:lstStyle/>
        <a:p>
          <a:pPr>
            <a:spcAft>
              <a:spcPts val="1000"/>
            </a:spcAft>
          </a:pPr>
          <a:r>
            <a:rPr lang="en-US" dirty="0"/>
            <a:t>Physical modeling included anisotropic material conductivities, center-plane power modeling for dies, and physics-based convection estimates for water cooling</a:t>
          </a:r>
        </a:p>
      </dgm:t>
    </dgm:pt>
    <dgm:pt modelId="{431D6244-D85D-4316-A687-0BC0DE64E982}" type="parTrans" cxnId="{A6D6D608-190B-4301-AC00-DC5548498920}">
      <dgm:prSet/>
      <dgm:spPr/>
      <dgm:t>
        <a:bodyPr/>
        <a:lstStyle/>
        <a:p>
          <a:endParaRPr lang="en-US"/>
        </a:p>
      </dgm:t>
    </dgm:pt>
    <dgm:pt modelId="{FDA115A5-9CA3-471B-A7BE-D4E5918ED403}" type="sibTrans" cxnId="{A6D6D608-190B-4301-AC00-DC5548498920}">
      <dgm:prSet/>
      <dgm:spPr/>
      <dgm:t>
        <a:bodyPr/>
        <a:lstStyle/>
        <a:p>
          <a:endParaRPr lang="en-US"/>
        </a:p>
      </dgm:t>
    </dgm:pt>
    <dgm:pt modelId="{3FAC4C77-A2E1-4998-AB7F-C5661666D8BD}">
      <dgm:prSet/>
      <dgm:spPr/>
      <dgm:t>
        <a:bodyPr/>
        <a:lstStyle/>
        <a:p>
          <a:pPr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dirty="0"/>
            <a:t>Solver applied to case with GPU of 270W, HBM stack of 5W each, and ambient of 45C</a:t>
          </a:r>
        </a:p>
      </dgm:t>
    </dgm:pt>
    <dgm:pt modelId="{6DE60834-4F78-48BE-9BF3-13B5F856CF25}" type="parTrans" cxnId="{7489B21D-03A2-4A3A-93DC-C0E45EA04677}">
      <dgm:prSet/>
      <dgm:spPr/>
      <dgm:t>
        <a:bodyPr/>
        <a:lstStyle/>
        <a:p>
          <a:endParaRPr lang="en-US"/>
        </a:p>
      </dgm:t>
    </dgm:pt>
    <dgm:pt modelId="{A55FF2D0-6B5D-436E-8F51-CA919BBCD12B}" type="sibTrans" cxnId="{7489B21D-03A2-4A3A-93DC-C0E45EA04677}">
      <dgm:prSet/>
      <dgm:spPr/>
      <dgm:t>
        <a:bodyPr/>
        <a:lstStyle/>
        <a:p>
          <a:endParaRPr lang="en-US"/>
        </a:p>
      </dgm:t>
    </dgm:pt>
    <dgm:pt modelId="{2333C340-54E0-4CC6-952D-741DC8F2AF08}">
      <dgm:prSet/>
      <dgm:spPr/>
      <dgm:t>
        <a:bodyPr/>
        <a:lstStyle/>
        <a:p>
          <a:pPr>
            <a:spcAft>
              <a:spcPts val="1000"/>
            </a:spcAft>
          </a:pPr>
          <a:r>
            <a:rPr lang="en-US" dirty="0"/>
            <a:t>Future improvements could include integration with </a:t>
          </a:r>
          <a:r>
            <a:rPr lang="en-US" dirty="0" err="1"/>
            <a:t>chiplet</a:t>
          </a:r>
          <a:r>
            <a:rPr lang="en-US" dirty="0"/>
            <a:t> placement optimization, isolator incorporation, and more detailed cooling models</a:t>
          </a:r>
        </a:p>
      </dgm:t>
    </dgm:pt>
    <dgm:pt modelId="{46F2EAFC-F984-47A1-8BB1-CE83DAB78BA9}" type="parTrans" cxnId="{D27D0F3C-23CC-4245-816B-60CA1AACE5B4}">
      <dgm:prSet/>
      <dgm:spPr/>
      <dgm:t>
        <a:bodyPr/>
        <a:lstStyle/>
        <a:p>
          <a:endParaRPr lang="en-US"/>
        </a:p>
      </dgm:t>
    </dgm:pt>
    <dgm:pt modelId="{F12BDA9F-926F-408B-96AE-A66A29AAAE8B}" type="sibTrans" cxnId="{D27D0F3C-23CC-4245-816B-60CA1AACE5B4}">
      <dgm:prSet/>
      <dgm:spPr/>
      <dgm:t>
        <a:bodyPr/>
        <a:lstStyle/>
        <a:p>
          <a:endParaRPr lang="en-US"/>
        </a:p>
      </dgm:t>
    </dgm:pt>
    <dgm:pt modelId="{570F1CD3-12DA-42F2-A4B5-59887A8BFB08}">
      <dgm:prSet/>
      <dgm:spPr/>
      <dgm:t>
        <a:bodyPr/>
        <a:lstStyle/>
        <a:p>
          <a:pPr>
            <a:spcAft>
              <a:spcPts val="1000"/>
            </a:spcAft>
          </a:pPr>
          <a:r>
            <a:rPr lang="en-US" dirty="0"/>
            <a:t>Overall, solver provides a flexible and scalable framework for thermal analysis of advanced GPU packaging architectures</a:t>
          </a:r>
        </a:p>
      </dgm:t>
    </dgm:pt>
    <dgm:pt modelId="{1F4FF7E4-7000-44CA-9F03-DA5583289B91}" type="parTrans" cxnId="{E6CB6234-5507-467E-8E6D-80E3D7E61796}">
      <dgm:prSet/>
      <dgm:spPr/>
      <dgm:t>
        <a:bodyPr/>
        <a:lstStyle/>
        <a:p>
          <a:endParaRPr lang="en-US"/>
        </a:p>
      </dgm:t>
    </dgm:pt>
    <dgm:pt modelId="{DECCDBC2-EEA3-4E3C-925A-72A2E919CB71}" type="sibTrans" cxnId="{E6CB6234-5507-467E-8E6D-80E3D7E61796}">
      <dgm:prSet/>
      <dgm:spPr/>
      <dgm:t>
        <a:bodyPr/>
        <a:lstStyle/>
        <a:p>
          <a:endParaRPr lang="en-US"/>
        </a:p>
      </dgm:t>
    </dgm:pt>
    <dgm:pt modelId="{C06C812B-7AAF-4A5A-8993-B4002EFBD71A}">
      <dgm:prSet/>
      <dgm:spPr/>
      <dgm:t>
        <a:bodyPr/>
        <a:lstStyle/>
        <a:p>
          <a:pPr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dirty="0"/>
            <a:t>Results for reference case closely matched with reasonable run time, dominated by </a:t>
          </a:r>
          <a:r>
            <a:rPr lang="en-US" dirty="0" err="1"/>
            <a:t>PySpice</a:t>
          </a:r>
          <a:r>
            <a:rPr lang="en-US" dirty="0"/>
            <a:t> solver</a:t>
          </a:r>
        </a:p>
      </dgm:t>
    </dgm:pt>
    <dgm:pt modelId="{285AE11D-B66B-4AF3-99C5-B38461D6B4C8}" type="parTrans" cxnId="{2AC1FC4A-B1C8-4B11-A8B1-C82C485332DA}">
      <dgm:prSet/>
      <dgm:spPr/>
      <dgm:t>
        <a:bodyPr/>
        <a:lstStyle/>
        <a:p>
          <a:endParaRPr lang="en-US"/>
        </a:p>
      </dgm:t>
    </dgm:pt>
    <dgm:pt modelId="{35093415-D3FA-434F-A8E0-0AFB0AFCC65A}" type="sibTrans" cxnId="{2AC1FC4A-B1C8-4B11-A8B1-C82C485332DA}">
      <dgm:prSet/>
      <dgm:spPr/>
      <dgm:t>
        <a:bodyPr/>
        <a:lstStyle/>
        <a:p>
          <a:endParaRPr lang="en-US"/>
        </a:p>
      </dgm:t>
    </dgm:pt>
    <dgm:pt modelId="{E21182AF-3F14-49CE-98FC-87F3503071EE}" type="pres">
      <dgm:prSet presAssocID="{92CF1F25-E193-45DD-AD69-C850FCA03018}" presName="diagram" presStyleCnt="0">
        <dgm:presLayoutVars>
          <dgm:dir/>
          <dgm:animLvl val="lvl"/>
          <dgm:resizeHandles val="exact"/>
        </dgm:presLayoutVars>
      </dgm:prSet>
      <dgm:spPr/>
    </dgm:pt>
    <dgm:pt modelId="{7EA2BD4B-172B-4411-8EDE-08F9495A0964}" type="pres">
      <dgm:prSet presAssocID="{E2F66BA4-1DA9-4611-B88E-E741759901CA}" presName="compNode" presStyleCnt="0"/>
      <dgm:spPr/>
    </dgm:pt>
    <dgm:pt modelId="{F16A4A37-391E-49B5-BB78-E37D1951B13B}" type="pres">
      <dgm:prSet presAssocID="{E2F66BA4-1DA9-4611-B88E-E741759901CA}" presName="childRect" presStyleLbl="bgAcc1" presStyleIdx="0" presStyleCnt="2" custScaleX="131722">
        <dgm:presLayoutVars>
          <dgm:bulletEnabled val="1"/>
        </dgm:presLayoutVars>
      </dgm:prSet>
      <dgm:spPr/>
    </dgm:pt>
    <dgm:pt modelId="{CBFCED1E-0BC4-42FE-A3DC-2989924811AA}" type="pres">
      <dgm:prSet presAssocID="{E2F66BA4-1DA9-4611-B88E-E741759901C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0DC69B0-4B4B-4A78-9970-7842EB1D464B}" type="pres">
      <dgm:prSet presAssocID="{E2F66BA4-1DA9-4611-B88E-E741759901CA}" presName="parentRect" presStyleLbl="alignNode1" presStyleIdx="0" presStyleCnt="2" custScaleX="131722"/>
      <dgm:spPr/>
    </dgm:pt>
    <dgm:pt modelId="{D1E7C28C-9CDF-46E0-8E2A-5E68071FF9EA}" type="pres">
      <dgm:prSet presAssocID="{E2F66BA4-1DA9-4611-B88E-E741759901CA}" presName="adorn" presStyleLbl="fgAccFollow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 with solid fill"/>
        </a:ext>
      </dgm:extLst>
    </dgm:pt>
    <dgm:pt modelId="{23234EAA-3D2F-4655-9FB3-EC31E16AC3FB}" type="pres">
      <dgm:prSet presAssocID="{3DF4A227-C9ED-46AC-AE05-EF5514876461}" presName="sibTrans" presStyleLbl="sibTrans2D1" presStyleIdx="0" presStyleCnt="0"/>
      <dgm:spPr/>
    </dgm:pt>
    <dgm:pt modelId="{1F736A98-EEE9-48B0-B925-8F5C6E2E7ECA}" type="pres">
      <dgm:prSet presAssocID="{AC24DA82-1653-4CE9-8742-D5CE26EA71B6}" presName="compNode" presStyleCnt="0"/>
      <dgm:spPr/>
    </dgm:pt>
    <dgm:pt modelId="{FAD3BA99-4522-4037-9A20-03603590244B}" type="pres">
      <dgm:prSet presAssocID="{AC24DA82-1653-4CE9-8742-D5CE26EA71B6}" presName="childRect" presStyleLbl="bgAcc1" presStyleIdx="1" presStyleCnt="2" custScaleX="131722">
        <dgm:presLayoutVars>
          <dgm:bulletEnabled val="1"/>
        </dgm:presLayoutVars>
      </dgm:prSet>
      <dgm:spPr/>
    </dgm:pt>
    <dgm:pt modelId="{3949916B-90E9-40A7-9777-653CB5B5132A}" type="pres">
      <dgm:prSet presAssocID="{AC24DA82-1653-4CE9-8742-D5CE26EA71B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BD8AC1E-70B5-416A-BA98-CE840D84DF31}" type="pres">
      <dgm:prSet presAssocID="{AC24DA82-1653-4CE9-8742-D5CE26EA71B6}" presName="parentRect" presStyleLbl="alignNode1" presStyleIdx="1" presStyleCnt="2" custScaleX="131722"/>
      <dgm:spPr/>
    </dgm:pt>
    <dgm:pt modelId="{2EB468C9-3D67-494B-936A-164A4DBF76E7}" type="pres">
      <dgm:prSet presAssocID="{AC24DA82-1653-4CE9-8742-D5CE26EA71B6}" presName="adorn" presStyleLbl="fgAccFollow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ueprint outline"/>
        </a:ext>
      </dgm:extLst>
    </dgm:pt>
  </dgm:ptLst>
  <dgm:cxnLst>
    <dgm:cxn modelId="{A6D6D608-190B-4301-AC00-DC5548498920}" srcId="{E2F66BA4-1DA9-4611-B88E-E741759901CA}" destId="{76094C75-94D5-44F1-9255-3213D9037262}" srcOrd="2" destOrd="0" parTransId="{431D6244-D85D-4316-A687-0BC0DE64E982}" sibTransId="{FDA115A5-9CA3-471B-A7BE-D4E5918ED403}"/>
    <dgm:cxn modelId="{7403050C-39DD-4FF7-AA68-B2924FF37979}" srcId="{E2F66BA4-1DA9-4611-B88E-E741759901CA}" destId="{59310040-70B3-44E2-8E40-CCB07735ECC7}" srcOrd="0" destOrd="0" parTransId="{A7E343F8-0953-4C14-B04B-3733F6C220D8}" sibTransId="{5FD25A94-D89E-479B-B828-83F20D77EAA4}"/>
    <dgm:cxn modelId="{7489B21D-03A2-4A3A-93DC-C0E45EA04677}" srcId="{AC24DA82-1653-4CE9-8742-D5CE26EA71B6}" destId="{3FAC4C77-A2E1-4998-AB7F-C5661666D8BD}" srcOrd="0" destOrd="0" parTransId="{6DE60834-4F78-48BE-9BF3-13B5F856CF25}" sibTransId="{A55FF2D0-6B5D-436E-8F51-CA919BBCD12B}"/>
    <dgm:cxn modelId="{25A3A82E-7462-4F98-B63D-67A1CF870927}" type="presOf" srcId="{59310040-70B3-44E2-8E40-CCB07735ECC7}" destId="{F16A4A37-391E-49B5-BB78-E37D1951B13B}" srcOrd="0" destOrd="0" presId="urn:microsoft.com/office/officeart/2005/8/layout/bList2"/>
    <dgm:cxn modelId="{C1B94930-800F-4E82-A378-37306A3B3C8F}" type="presOf" srcId="{3FAC4C77-A2E1-4998-AB7F-C5661666D8BD}" destId="{FAD3BA99-4522-4037-9A20-03603590244B}" srcOrd="0" destOrd="0" presId="urn:microsoft.com/office/officeart/2005/8/layout/bList2"/>
    <dgm:cxn modelId="{E6CB6234-5507-467E-8E6D-80E3D7E61796}" srcId="{AC24DA82-1653-4CE9-8742-D5CE26EA71B6}" destId="{570F1CD3-12DA-42F2-A4B5-59887A8BFB08}" srcOrd="3" destOrd="0" parTransId="{1F4FF7E4-7000-44CA-9F03-DA5583289B91}" sibTransId="{DECCDBC2-EEA3-4E3C-925A-72A2E919CB71}"/>
    <dgm:cxn modelId="{5F57973B-CC57-4AFD-9CD1-774FD762B554}" type="presOf" srcId="{AC24DA82-1653-4CE9-8742-D5CE26EA71B6}" destId="{0BD8AC1E-70B5-416A-BA98-CE840D84DF31}" srcOrd="1" destOrd="0" presId="urn:microsoft.com/office/officeart/2005/8/layout/bList2"/>
    <dgm:cxn modelId="{D27D0F3C-23CC-4245-816B-60CA1AACE5B4}" srcId="{AC24DA82-1653-4CE9-8742-D5CE26EA71B6}" destId="{2333C340-54E0-4CC6-952D-741DC8F2AF08}" srcOrd="2" destOrd="0" parTransId="{46F2EAFC-F984-47A1-8BB1-CE83DAB78BA9}" sibTransId="{F12BDA9F-926F-408B-96AE-A66A29AAAE8B}"/>
    <dgm:cxn modelId="{A3F34140-E7E7-4D73-83F8-F06A1EC42295}" srcId="{92CF1F25-E193-45DD-AD69-C850FCA03018}" destId="{E2F66BA4-1DA9-4611-B88E-E741759901CA}" srcOrd="0" destOrd="0" parTransId="{2E909C2B-D3A8-43A7-A00F-8BFFAEED9FFA}" sibTransId="{3DF4A227-C9ED-46AC-AE05-EF5514876461}"/>
    <dgm:cxn modelId="{2AC1FC4A-B1C8-4B11-A8B1-C82C485332DA}" srcId="{AC24DA82-1653-4CE9-8742-D5CE26EA71B6}" destId="{C06C812B-7AAF-4A5A-8993-B4002EFBD71A}" srcOrd="1" destOrd="0" parTransId="{285AE11D-B66B-4AF3-99C5-B38461D6B4C8}" sibTransId="{35093415-D3FA-434F-A8E0-0AFB0AFCC65A}"/>
    <dgm:cxn modelId="{6C09D176-93CC-4227-9E48-03F86AFFC0D0}" type="presOf" srcId="{C06C812B-7AAF-4A5A-8993-B4002EFBD71A}" destId="{FAD3BA99-4522-4037-9A20-03603590244B}" srcOrd="0" destOrd="1" presId="urn:microsoft.com/office/officeart/2005/8/layout/bList2"/>
    <dgm:cxn modelId="{E96B787F-A12C-4E79-9A9C-D00F8D6458F2}" type="presOf" srcId="{B69DFB1C-A526-4022-AB2B-690694827831}" destId="{F16A4A37-391E-49B5-BB78-E37D1951B13B}" srcOrd="0" destOrd="1" presId="urn:microsoft.com/office/officeart/2005/8/layout/bList2"/>
    <dgm:cxn modelId="{B584D28A-EBCB-4A77-A385-991A6581AD14}" type="presOf" srcId="{570F1CD3-12DA-42F2-A4B5-59887A8BFB08}" destId="{FAD3BA99-4522-4037-9A20-03603590244B}" srcOrd="0" destOrd="3" presId="urn:microsoft.com/office/officeart/2005/8/layout/bList2"/>
    <dgm:cxn modelId="{3860468E-355C-42B8-8036-F502BE1E832F}" type="presOf" srcId="{AC24DA82-1653-4CE9-8742-D5CE26EA71B6}" destId="{3949916B-90E9-40A7-9777-653CB5B5132A}" srcOrd="0" destOrd="0" presId="urn:microsoft.com/office/officeart/2005/8/layout/bList2"/>
    <dgm:cxn modelId="{CB2E0391-E601-487F-A3F5-D1B00FA621CB}" type="presOf" srcId="{E2F66BA4-1DA9-4611-B88E-E741759901CA}" destId="{CBFCED1E-0BC4-42FE-A3DC-2989924811AA}" srcOrd="0" destOrd="0" presId="urn:microsoft.com/office/officeart/2005/8/layout/bList2"/>
    <dgm:cxn modelId="{96AA1A91-F71E-40FF-B113-08665C3ECF0B}" srcId="{92CF1F25-E193-45DD-AD69-C850FCA03018}" destId="{AC24DA82-1653-4CE9-8742-D5CE26EA71B6}" srcOrd="1" destOrd="0" parTransId="{0B2D15B7-CB88-4F98-94F9-DF921ED7155E}" sibTransId="{7D729B6E-5AC6-4422-A5D5-C0BB3A464A14}"/>
    <dgm:cxn modelId="{6582C5AA-56F2-4B4F-AAEB-84D212FDC503}" type="presOf" srcId="{2333C340-54E0-4CC6-952D-741DC8F2AF08}" destId="{FAD3BA99-4522-4037-9A20-03603590244B}" srcOrd="0" destOrd="2" presId="urn:microsoft.com/office/officeart/2005/8/layout/bList2"/>
    <dgm:cxn modelId="{2C0794AF-BFEC-49B6-95B4-B14BC51AD97B}" type="presOf" srcId="{92CF1F25-E193-45DD-AD69-C850FCA03018}" destId="{E21182AF-3F14-49CE-98FC-87F3503071EE}" srcOrd="0" destOrd="0" presId="urn:microsoft.com/office/officeart/2005/8/layout/bList2"/>
    <dgm:cxn modelId="{D6541BBF-D684-48C3-9351-0DAF2BCA5993}" type="presOf" srcId="{76094C75-94D5-44F1-9255-3213D9037262}" destId="{F16A4A37-391E-49B5-BB78-E37D1951B13B}" srcOrd="0" destOrd="2" presId="urn:microsoft.com/office/officeart/2005/8/layout/bList2"/>
    <dgm:cxn modelId="{A1759EDB-4C82-49E8-B285-1C6C1D36FBBD}" type="presOf" srcId="{3DF4A227-C9ED-46AC-AE05-EF5514876461}" destId="{23234EAA-3D2F-4655-9FB3-EC31E16AC3FB}" srcOrd="0" destOrd="0" presId="urn:microsoft.com/office/officeart/2005/8/layout/bList2"/>
    <dgm:cxn modelId="{CE7B6BDE-02FB-4FC5-94A5-FC004C3DF2EB}" type="presOf" srcId="{E2F66BA4-1DA9-4611-B88E-E741759901CA}" destId="{40DC69B0-4B4B-4A78-9970-7842EB1D464B}" srcOrd="1" destOrd="0" presId="urn:microsoft.com/office/officeart/2005/8/layout/bList2"/>
    <dgm:cxn modelId="{071BDBEB-F275-414D-AD0C-F175D15879FE}" srcId="{E2F66BA4-1DA9-4611-B88E-E741759901CA}" destId="{B69DFB1C-A526-4022-AB2B-690694827831}" srcOrd="1" destOrd="0" parTransId="{A88ECB5A-DA2C-46A4-876B-A28224286904}" sibTransId="{E49C3C4B-FB79-4C22-965E-8770B67144A9}"/>
    <dgm:cxn modelId="{DB754339-27B5-4695-92DB-842976A7CBF3}" type="presParOf" srcId="{E21182AF-3F14-49CE-98FC-87F3503071EE}" destId="{7EA2BD4B-172B-4411-8EDE-08F9495A0964}" srcOrd="0" destOrd="0" presId="urn:microsoft.com/office/officeart/2005/8/layout/bList2"/>
    <dgm:cxn modelId="{E03813B1-2D3C-488C-91AA-6459213F9C3A}" type="presParOf" srcId="{7EA2BD4B-172B-4411-8EDE-08F9495A0964}" destId="{F16A4A37-391E-49B5-BB78-E37D1951B13B}" srcOrd="0" destOrd="0" presId="urn:microsoft.com/office/officeart/2005/8/layout/bList2"/>
    <dgm:cxn modelId="{831C414C-ED05-46E7-B8A2-0FDC99E0CA48}" type="presParOf" srcId="{7EA2BD4B-172B-4411-8EDE-08F9495A0964}" destId="{CBFCED1E-0BC4-42FE-A3DC-2989924811AA}" srcOrd="1" destOrd="0" presId="urn:microsoft.com/office/officeart/2005/8/layout/bList2"/>
    <dgm:cxn modelId="{4E866729-2063-43C6-9309-F1A068BB46CE}" type="presParOf" srcId="{7EA2BD4B-172B-4411-8EDE-08F9495A0964}" destId="{40DC69B0-4B4B-4A78-9970-7842EB1D464B}" srcOrd="2" destOrd="0" presId="urn:microsoft.com/office/officeart/2005/8/layout/bList2"/>
    <dgm:cxn modelId="{1A5DBC2F-1EA2-4D9E-AF3E-1F0B429A8F4B}" type="presParOf" srcId="{7EA2BD4B-172B-4411-8EDE-08F9495A0964}" destId="{D1E7C28C-9CDF-46E0-8E2A-5E68071FF9EA}" srcOrd="3" destOrd="0" presId="urn:microsoft.com/office/officeart/2005/8/layout/bList2"/>
    <dgm:cxn modelId="{3DE39827-3AFD-44A7-A977-8620AFC13A20}" type="presParOf" srcId="{E21182AF-3F14-49CE-98FC-87F3503071EE}" destId="{23234EAA-3D2F-4655-9FB3-EC31E16AC3FB}" srcOrd="1" destOrd="0" presId="urn:microsoft.com/office/officeart/2005/8/layout/bList2"/>
    <dgm:cxn modelId="{8A8F8D9F-9450-4714-84AC-2F3307A113E9}" type="presParOf" srcId="{E21182AF-3F14-49CE-98FC-87F3503071EE}" destId="{1F736A98-EEE9-48B0-B925-8F5C6E2E7ECA}" srcOrd="2" destOrd="0" presId="urn:microsoft.com/office/officeart/2005/8/layout/bList2"/>
    <dgm:cxn modelId="{BA8BC58B-757A-46D9-9084-B9441757C9DD}" type="presParOf" srcId="{1F736A98-EEE9-48B0-B925-8F5C6E2E7ECA}" destId="{FAD3BA99-4522-4037-9A20-03603590244B}" srcOrd="0" destOrd="0" presId="urn:microsoft.com/office/officeart/2005/8/layout/bList2"/>
    <dgm:cxn modelId="{54913FF5-37AA-41A9-A121-0F79070F53D6}" type="presParOf" srcId="{1F736A98-EEE9-48B0-B925-8F5C6E2E7ECA}" destId="{3949916B-90E9-40A7-9777-653CB5B5132A}" srcOrd="1" destOrd="0" presId="urn:microsoft.com/office/officeart/2005/8/layout/bList2"/>
    <dgm:cxn modelId="{00636072-E8FC-4521-8009-1F5313A7D1A2}" type="presParOf" srcId="{1F736A98-EEE9-48B0-B925-8F5C6E2E7ECA}" destId="{0BD8AC1E-70B5-416A-BA98-CE840D84DF31}" srcOrd="2" destOrd="0" presId="urn:microsoft.com/office/officeart/2005/8/layout/bList2"/>
    <dgm:cxn modelId="{15E09D85-B428-4918-94DD-A1E53073A321}" type="presParOf" srcId="{1F736A98-EEE9-48B0-B925-8F5C6E2E7ECA}" destId="{2EB468C9-3D67-494B-936A-164A4DBF76E7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39E1B-EB3E-45E8-965E-81896EFE756D}">
      <dsp:nvSpPr>
        <dsp:cNvPr id="0" name=""/>
        <dsp:cNvSpPr/>
      </dsp:nvSpPr>
      <dsp:spPr>
        <a:xfrm>
          <a:off x="0" y="271645"/>
          <a:ext cx="7422102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038" tIns="333248" rIns="57603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800"/>
            <a:buFont typeface="Arial"/>
            <a:buChar char="•"/>
          </a:pPr>
          <a:r>
            <a:rPr lang="en-US" sz="1600" b="0" i="0" u="none" strike="noStrike" kern="1200" cap="none" dirty="0">
              <a:latin typeface="Arial"/>
              <a:ea typeface="Arial"/>
              <a:cs typeface="Arial"/>
              <a:sym typeface="Arial"/>
            </a:rPr>
            <a:t>Modern high-performance processors use </a:t>
          </a:r>
          <a:r>
            <a:rPr lang="en-US" sz="1600" b="0" i="0" u="none" strike="noStrike" kern="1200" cap="none" dirty="0" err="1">
              <a:latin typeface="Arial"/>
              <a:ea typeface="Arial"/>
              <a:cs typeface="Arial"/>
              <a:sym typeface="Arial"/>
            </a:rPr>
            <a:t>chiplet</a:t>
          </a:r>
          <a:r>
            <a:rPr lang="en-US" sz="1600" b="0" i="0" u="none" strike="noStrike" kern="1200" cap="none" dirty="0">
              <a:latin typeface="Arial"/>
              <a:ea typeface="Arial"/>
              <a:cs typeface="Arial"/>
              <a:sym typeface="Arial"/>
            </a:rPr>
            <a:t>-based architectures where multiple dies (GPUs and HBM stacks) are integrated within a single package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u="none" strike="noStrike" kern="1200" cap="none">
              <a:latin typeface="Arial"/>
              <a:ea typeface="Arial"/>
              <a:cs typeface="Arial"/>
              <a:sym typeface="Arial"/>
            </a:rPr>
            <a:t>Challenges include high power density, 3D heat spreading, stacked memory (HBM), complex package-level cooling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u="none" strike="noStrike" kern="1200" cap="none">
              <a:latin typeface="Arial"/>
              <a:ea typeface="Arial"/>
              <a:cs typeface="Arial"/>
              <a:sym typeface="Arial"/>
            </a:rPr>
            <a:t>Thermal modeling informs chiplet placement, package design and cooling system</a:t>
          </a:r>
          <a:endParaRPr lang="en-US" sz="1600" kern="1200" dirty="0"/>
        </a:p>
      </dsp:txBody>
      <dsp:txXfrm>
        <a:off x="0" y="271645"/>
        <a:ext cx="7422102" cy="2016000"/>
      </dsp:txXfrm>
    </dsp:sp>
    <dsp:sp modelId="{65918A81-2670-4772-8BEA-2356B49A73FF}">
      <dsp:nvSpPr>
        <dsp:cNvPr id="0" name=""/>
        <dsp:cNvSpPr/>
      </dsp:nvSpPr>
      <dsp:spPr>
        <a:xfrm>
          <a:off x="371105" y="35485"/>
          <a:ext cx="519547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376" tIns="0" rIns="1963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Background</a:t>
          </a:r>
        </a:p>
      </dsp:txBody>
      <dsp:txXfrm>
        <a:off x="394162" y="58542"/>
        <a:ext cx="5149357" cy="426206"/>
      </dsp:txXfrm>
    </dsp:sp>
    <dsp:sp modelId="{D27383C7-BE7E-43C7-AB16-7CD23B6096B4}">
      <dsp:nvSpPr>
        <dsp:cNvPr id="0" name=""/>
        <dsp:cNvSpPr/>
      </dsp:nvSpPr>
      <dsp:spPr>
        <a:xfrm>
          <a:off x="0" y="2610206"/>
          <a:ext cx="7422102" cy="332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038" tIns="333248" rIns="57603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800"/>
            <a:buFont typeface="Arial"/>
            <a:buChar char="•"/>
          </a:pPr>
          <a:r>
            <a:rPr lang="en-US" sz="1600" b="0" i="0" u="none" strike="noStrike" kern="1200" cap="none" dirty="0">
              <a:latin typeface="Arial"/>
              <a:ea typeface="Arial"/>
              <a:cs typeface="Arial"/>
              <a:sym typeface="Arial"/>
            </a:rPr>
            <a:t>Developed a physics-based thermal solver that models 3D heat conduction in </a:t>
          </a:r>
          <a:r>
            <a:rPr lang="en-US" sz="1600" b="0" i="0" u="none" strike="noStrike" kern="1200" cap="none" dirty="0" err="1">
              <a:latin typeface="Arial"/>
              <a:ea typeface="Arial"/>
              <a:cs typeface="Arial"/>
              <a:sym typeface="Arial"/>
            </a:rPr>
            <a:t>chiplet</a:t>
          </a:r>
          <a:r>
            <a:rPr lang="en-US" sz="1600" b="0" i="0" u="none" strike="noStrike" kern="1200" cap="none" dirty="0">
              <a:latin typeface="Arial"/>
              <a:ea typeface="Arial"/>
              <a:cs typeface="Arial"/>
              <a:sym typeface="Arial"/>
            </a:rPr>
            <a:t>-based GPU packages, considering material </a:t>
          </a:r>
          <a:r>
            <a:rPr lang="en-US" sz="1600" b="0" i="0" u="none" strike="noStrike" kern="1200" cap="none" dirty="0" err="1">
              <a:latin typeface="Arial"/>
              <a:ea typeface="Arial"/>
              <a:cs typeface="Arial"/>
              <a:sym typeface="Arial"/>
            </a:rPr>
            <a:t>stackups</a:t>
          </a:r>
          <a:r>
            <a:rPr lang="en-US" sz="1600" b="0" i="0" u="none" strike="noStrike" kern="1200" cap="none" dirty="0">
              <a:latin typeface="Arial"/>
              <a:ea typeface="Arial"/>
              <a:cs typeface="Arial"/>
              <a:sym typeface="Arial"/>
            </a:rPr>
            <a:t> and geometry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u="none" strike="noStrike" kern="1200" cap="none">
              <a:latin typeface="Arial"/>
              <a:ea typeface="Arial"/>
              <a:cs typeface="Arial"/>
              <a:sym typeface="Arial"/>
            </a:rPr>
            <a:t>Generates thermal RC network and solves with PySpice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u="none" strike="noStrike" kern="1200" cap="none">
              <a:latin typeface="Arial"/>
              <a:ea typeface="Arial"/>
              <a:cs typeface="Arial"/>
              <a:sym typeface="Arial"/>
            </a:rPr>
            <a:t>Assumptions: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GPU Power = 270W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HBM Stack Power =  5W each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Power_Source = 0W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Ambient = 45C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GPU/HBM heat deposited on center z-plane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Water-cooled top boundary uses HC derived from correlation and capped by XML</a:t>
          </a:r>
          <a:endParaRPr lang="en-US" sz="1600" b="0" i="0" u="none" strike="noStrike" kern="1200" cap="none" dirty="0">
            <a:latin typeface="Arial"/>
            <a:ea typeface="Arial"/>
            <a:cs typeface="Arial"/>
            <a:sym typeface="Arial"/>
          </a:endParaRPr>
        </a:p>
      </dsp:txBody>
      <dsp:txXfrm>
        <a:off x="0" y="2610206"/>
        <a:ext cx="7422102" cy="3326400"/>
      </dsp:txXfrm>
    </dsp:sp>
    <dsp:sp modelId="{589F5220-1597-412F-8FA7-786205EFEFDB}">
      <dsp:nvSpPr>
        <dsp:cNvPr id="0" name=""/>
        <dsp:cNvSpPr/>
      </dsp:nvSpPr>
      <dsp:spPr>
        <a:xfrm>
          <a:off x="371105" y="2374045"/>
          <a:ext cx="519547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376" tIns="0" rIns="1963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Project</a:t>
          </a:r>
        </a:p>
      </dsp:txBody>
      <dsp:txXfrm>
        <a:off x="394162" y="2397102"/>
        <a:ext cx="5149357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E3DBE-0D6B-4750-83A6-7CE512725F2B}">
      <dsp:nvSpPr>
        <dsp:cNvPr id="0" name=""/>
        <dsp:cNvSpPr/>
      </dsp:nvSpPr>
      <dsp:spPr>
        <a:xfrm>
          <a:off x="0" y="254688"/>
          <a:ext cx="6820103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kern="1200" dirty="0">
              <a:solidFill>
                <a:schemeClr val="dk1"/>
              </a:solidFill>
            </a:rPr>
            <a:t>Parse </a:t>
          </a:r>
          <a:r>
            <a:rPr lang="en-US" sz="1200" kern="1200" dirty="0" err="1">
              <a:solidFill>
                <a:schemeClr val="dk1"/>
              </a:solidFill>
            </a:rPr>
            <a:t>chiplet</a:t>
          </a:r>
          <a:r>
            <a:rPr lang="en-US" sz="1200" kern="1200" dirty="0">
              <a:solidFill>
                <a:schemeClr val="dk1"/>
              </a:solidFill>
            </a:rPr>
            <a:t>/</a:t>
          </a:r>
          <a:r>
            <a:rPr lang="en-US" sz="1200" b="0" i="0" u="none" strike="noStrike" kern="120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package geometry from </a:t>
          </a:r>
          <a:r>
            <a:rPr lang="en-US" sz="1200" kern="1200" dirty="0">
              <a:solidFill>
                <a:schemeClr val="dk1"/>
              </a:solidFill>
            </a:rPr>
            <a:t>provided XML flow to</a:t>
          </a:r>
          <a:r>
            <a:rPr lang="en-US" sz="1200" b="0" i="0" u="none" strike="noStrike" kern="120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 discretized into a non-uniform adaptive voxel mesh</a:t>
          </a:r>
          <a:endParaRPr lang="en-US" sz="1200" kern="1200" dirty="0"/>
        </a:p>
      </dsp:txBody>
      <dsp:txXfrm>
        <a:off x="0" y="254688"/>
        <a:ext cx="6820103" cy="661500"/>
      </dsp:txXfrm>
    </dsp:sp>
    <dsp:sp modelId="{50011B24-A32A-48E3-9C2E-A0AF7B5E10BA}">
      <dsp:nvSpPr>
        <dsp:cNvPr id="0" name=""/>
        <dsp:cNvSpPr/>
      </dsp:nvSpPr>
      <dsp:spPr>
        <a:xfrm>
          <a:off x="341005" y="77568"/>
          <a:ext cx="4774072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Voxel Grid Generation</a:t>
          </a:r>
        </a:p>
      </dsp:txBody>
      <dsp:txXfrm>
        <a:off x="358298" y="94861"/>
        <a:ext cx="4739486" cy="319654"/>
      </dsp:txXfrm>
    </dsp:sp>
    <dsp:sp modelId="{E2A8696A-8E99-4ED8-A072-F0EC5B765960}">
      <dsp:nvSpPr>
        <dsp:cNvPr id="0" name=""/>
        <dsp:cNvSpPr/>
      </dsp:nvSpPr>
      <dsp:spPr>
        <a:xfrm>
          <a:off x="0" y="1158108"/>
          <a:ext cx="682010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b="0" i="0" u="none" strike="noStrike" kern="120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Each voxel is assigned thermal properties based on its material and </a:t>
          </a:r>
          <a:r>
            <a:rPr lang="en-US" sz="1200" b="0" i="0" u="none" strike="noStrike" kern="1200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stackup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strike="noStrike" kern="12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Conductivity is considered separate for in-plane and vertical plane</a:t>
          </a:r>
          <a:endParaRPr lang="en-US" sz="1200" kern="1200" dirty="0"/>
        </a:p>
      </dsp:txBody>
      <dsp:txXfrm>
        <a:off x="0" y="1158108"/>
        <a:ext cx="6820103" cy="680400"/>
      </dsp:txXfrm>
    </dsp:sp>
    <dsp:sp modelId="{636CC581-7360-4701-9F21-90FC5F9A7D0D}">
      <dsp:nvSpPr>
        <dsp:cNvPr id="0" name=""/>
        <dsp:cNvSpPr/>
      </dsp:nvSpPr>
      <dsp:spPr>
        <a:xfrm>
          <a:off x="341005" y="980988"/>
          <a:ext cx="4774072" cy="354240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Material Assignment</a:t>
          </a:r>
        </a:p>
      </dsp:txBody>
      <dsp:txXfrm>
        <a:off x="358298" y="998281"/>
        <a:ext cx="4739486" cy="319654"/>
      </dsp:txXfrm>
    </dsp:sp>
    <dsp:sp modelId="{ACAEF47C-90AD-40F2-B0C2-BB688898FD50}">
      <dsp:nvSpPr>
        <dsp:cNvPr id="0" name=""/>
        <dsp:cNvSpPr/>
      </dsp:nvSpPr>
      <dsp:spPr>
        <a:xfrm>
          <a:off x="0" y="2080428"/>
          <a:ext cx="6820103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b="0" i="0" u="none" strike="noStrike" kern="12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Power is deposited at the center z-plane of each die, matching physical location of transistor heat generation</a:t>
          </a:r>
          <a:endParaRPr lang="en-US" sz="1200" kern="1200"/>
        </a:p>
      </dsp:txBody>
      <dsp:txXfrm>
        <a:off x="0" y="2080428"/>
        <a:ext cx="6820103" cy="661500"/>
      </dsp:txXfrm>
    </dsp:sp>
    <dsp:sp modelId="{BE61F248-B448-4856-8E1F-08BC744FC348}">
      <dsp:nvSpPr>
        <dsp:cNvPr id="0" name=""/>
        <dsp:cNvSpPr/>
      </dsp:nvSpPr>
      <dsp:spPr>
        <a:xfrm>
          <a:off x="341005" y="1903308"/>
          <a:ext cx="4774072" cy="3542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Power Mapping</a:t>
          </a:r>
        </a:p>
      </dsp:txBody>
      <dsp:txXfrm>
        <a:off x="358298" y="1920601"/>
        <a:ext cx="4739486" cy="319654"/>
      </dsp:txXfrm>
    </dsp:sp>
    <dsp:sp modelId="{5422689F-F7D9-42E1-A7B4-77DAB9059E62}">
      <dsp:nvSpPr>
        <dsp:cNvPr id="0" name=""/>
        <dsp:cNvSpPr/>
      </dsp:nvSpPr>
      <dsp:spPr>
        <a:xfrm>
          <a:off x="0" y="2983848"/>
          <a:ext cx="682010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b="0" i="0" u="none" strike="noStrike" kern="12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Neighboring voxels are connected by thermal resistances in x, y, and z-directions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u="none" strike="noStrike" kern="12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Boundary conditions include convection to heatsink and convection at the bottom</a:t>
          </a:r>
          <a:endParaRPr lang="en-US" sz="1200" kern="1200" dirty="0"/>
        </a:p>
      </dsp:txBody>
      <dsp:txXfrm>
        <a:off x="0" y="2983848"/>
        <a:ext cx="6820103" cy="680400"/>
      </dsp:txXfrm>
    </dsp:sp>
    <dsp:sp modelId="{F20AA408-7D96-474C-A9A3-1DDE573C89EF}">
      <dsp:nvSpPr>
        <dsp:cNvPr id="0" name=""/>
        <dsp:cNvSpPr/>
      </dsp:nvSpPr>
      <dsp:spPr>
        <a:xfrm>
          <a:off x="341005" y="2806728"/>
          <a:ext cx="4774072" cy="3542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Thermal RC Network</a:t>
          </a:r>
          <a:endParaRPr lang="en-US" sz="1200" kern="1200" dirty="0"/>
        </a:p>
      </dsp:txBody>
      <dsp:txXfrm>
        <a:off x="358298" y="2824021"/>
        <a:ext cx="4739486" cy="319654"/>
      </dsp:txXfrm>
    </dsp:sp>
    <dsp:sp modelId="{71D20A06-9C44-4101-AF3D-A8D676F1C036}">
      <dsp:nvSpPr>
        <dsp:cNvPr id="0" name=""/>
        <dsp:cNvSpPr/>
      </dsp:nvSpPr>
      <dsp:spPr>
        <a:xfrm>
          <a:off x="0" y="3906168"/>
          <a:ext cx="6820103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b="0" i="0" u="none" strike="noStrike" kern="120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Thermal RC network exported to </a:t>
          </a:r>
          <a:r>
            <a:rPr lang="en-US" sz="1200" b="0" i="0" u="none" strike="noStrike" kern="1200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PySpice</a:t>
          </a:r>
          <a:r>
            <a:rPr lang="en-US" sz="1200" b="0" i="0" u="none" strike="noStrike" kern="120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 for solving</a:t>
          </a:r>
          <a:endParaRPr lang="en-US" sz="1200" kern="1200" dirty="0"/>
        </a:p>
      </dsp:txBody>
      <dsp:txXfrm>
        <a:off x="0" y="3906168"/>
        <a:ext cx="6820103" cy="500850"/>
      </dsp:txXfrm>
    </dsp:sp>
    <dsp:sp modelId="{9979283F-85C3-4B11-9616-CBB3D7806EB9}">
      <dsp:nvSpPr>
        <dsp:cNvPr id="0" name=""/>
        <dsp:cNvSpPr/>
      </dsp:nvSpPr>
      <dsp:spPr>
        <a:xfrm>
          <a:off x="341005" y="3729048"/>
          <a:ext cx="4774072" cy="3542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PySpice Solver</a:t>
          </a:r>
          <a:endParaRPr lang="en-US" sz="1200" kern="1200" dirty="0"/>
        </a:p>
      </dsp:txBody>
      <dsp:txXfrm>
        <a:off x="358298" y="3746341"/>
        <a:ext cx="4739486" cy="319654"/>
      </dsp:txXfrm>
    </dsp:sp>
    <dsp:sp modelId="{101B2141-B215-43B7-8586-6D2CEB172C9B}">
      <dsp:nvSpPr>
        <dsp:cNvPr id="0" name=""/>
        <dsp:cNvSpPr/>
      </dsp:nvSpPr>
      <dsp:spPr>
        <a:xfrm>
          <a:off x="0" y="4648938"/>
          <a:ext cx="6820103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300"/>
            <a:buFont typeface="Arial"/>
            <a:buChar char="•"/>
          </a:pPr>
          <a:r>
            <a:rPr lang="en-US" sz="1200" b="0" i="0" u="none" strike="noStrike" kern="12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rPr>
            <a:t>Results from PySpice generate the temperatures for each voxel</a:t>
          </a:r>
          <a:endParaRPr lang="en-US" sz="1200" kern="1200"/>
        </a:p>
      </dsp:txBody>
      <dsp:txXfrm>
        <a:off x="0" y="4648938"/>
        <a:ext cx="6820103" cy="500850"/>
      </dsp:txXfrm>
    </dsp:sp>
    <dsp:sp modelId="{0ADCC207-03C5-4AC9-BE73-D62ED8F79706}">
      <dsp:nvSpPr>
        <dsp:cNvPr id="0" name=""/>
        <dsp:cNvSpPr/>
      </dsp:nvSpPr>
      <dsp:spPr>
        <a:xfrm>
          <a:off x="341005" y="4471818"/>
          <a:ext cx="4774072" cy="354240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Temperature Extraction</a:t>
          </a:r>
          <a:endParaRPr lang="en-US" sz="1200" kern="1200" dirty="0"/>
        </a:p>
      </dsp:txBody>
      <dsp:txXfrm>
        <a:off x="358298" y="4489111"/>
        <a:ext cx="4739486" cy="319654"/>
      </dsp:txXfrm>
    </dsp:sp>
    <dsp:sp modelId="{30D3B324-4A5B-496D-AB27-E13052EF2FA7}">
      <dsp:nvSpPr>
        <dsp:cNvPr id="0" name=""/>
        <dsp:cNvSpPr/>
      </dsp:nvSpPr>
      <dsp:spPr>
        <a:xfrm>
          <a:off x="0" y="5391708"/>
          <a:ext cx="6820103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316" tIns="249936" rIns="529316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Compare reference case to our results, calculate variances, generate overall runtimes and values for each config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Output to results file</a:t>
          </a:r>
        </a:p>
      </dsp:txBody>
      <dsp:txXfrm>
        <a:off x="0" y="5391708"/>
        <a:ext cx="6820103" cy="850500"/>
      </dsp:txXfrm>
    </dsp:sp>
    <dsp:sp modelId="{C1893852-BC6E-4431-A751-3D70167EE31D}">
      <dsp:nvSpPr>
        <dsp:cNvPr id="0" name=""/>
        <dsp:cNvSpPr/>
      </dsp:nvSpPr>
      <dsp:spPr>
        <a:xfrm>
          <a:off x="341005" y="5214588"/>
          <a:ext cx="4774072" cy="3542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49" tIns="0" rIns="1804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Results Extraction</a:t>
          </a:r>
          <a:endParaRPr lang="en-US" sz="1200" kern="1200" dirty="0"/>
        </a:p>
      </dsp:txBody>
      <dsp:txXfrm>
        <a:off x="358298" y="5231881"/>
        <a:ext cx="4739486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A4A37-391E-49B5-BB78-E37D1951B13B}">
      <dsp:nvSpPr>
        <dsp:cNvPr id="0" name=""/>
        <dsp:cNvSpPr/>
      </dsp:nvSpPr>
      <dsp:spPr>
        <a:xfrm>
          <a:off x="3138533" y="5322"/>
          <a:ext cx="5399483" cy="305992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sz="1700" kern="1200" dirty="0"/>
            <a:t>The developed 3D voxel-based thermal solver converts heat transfer into a thermal RC network solved with </a:t>
          </a:r>
          <a:r>
            <a:rPr lang="en-US" sz="1700" kern="1200" dirty="0" err="1"/>
            <a:t>PySpice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har char="•"/>
          </a:pPr>
          <a:r>
            <a:rPr lang="en-US" sz="1700" kern="1200" dirty="0"/>
            <a:t>The non-uniform adaptive voxel grid aligned to package geometry and was broadened for uniform areas, balancing accuracy and computational effort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har char="•"/>
          </a:pPr>
          <a:r>
            <a:rPr lang="en-US" sz="1700" kern="1200" dirty="0"/>
            <a:t>Physical modeling included anisotropic material conductivities, center-plane power modeling for dies, and physics-based convection estimates for water cooling</a:t>
          </a:r>
        </a:p>
      </dsp:txBody>
      <dsp:txXfrm>
        <a:off x="3210231" y="77020"/>
        <a:ext cx="5256087" cy="2988231"/>
      </dsp:txXfrm>
    </dsp:sp>
    <dsp:sp modelId="{40DC69B0-4B4B-4A78-9970-7842EB1D464B}">
      <dsp:nvSpPr>
        <dsp:cNvPr id="0" name=""/>
        <dsp:cNvSpPr/>
      </dsp:nvSpPr>
      <dsp:spPr>
        <a:xfrm>
          <a:off x="3138533" y="3065252"/>
          <a:ext cx="5399483" cy="1315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82550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 </a:t>
          </a:r>
        </a:p>
      </dsp:txBody>
      <dsp:txXfrm>
        <a:off x="3138533" y="3065252"/>
        <a:ext cx="3802452" cy="1315769"/>
      </dsp:txXfrm>
    </dsp:sp>
    <dsp:sp modelId="{D1E7C28C-9CDF-46E0-8E2A-5E68071FF9EA}">
      <dsp:nvSpPr>
        <dsp:cNvPr id="0" name=""/>
        <dsp:cNvSpPr/>
      </dsp:nvSpPr>
      <dsp:spPr>
        <a:xfrm>
          <a:off x="6791383" y="3274250"/>
          <a:ext cx="1434702" cy="143470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3BA99-4522-4037-9A20-03603590244B}">
      <dsp:nvSpPr>
        <dsp:cNvPr id="0" name=""/>
        <dsp:cNvSpPr/>
      </dsp:nvSpPr>
      <dsp:spPr>
        <a:xfrm>
          <a:off x="8893455" y="5322"/>
          <a:ext cx="5399483" cy="305992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sz="1700" kern="1200" dirty="0"/>
            <a:t>Solver applied to case with GPU of 270W, HBM stack of 5W each, and ambient of 45C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lr>
              <a:schemeClr val="dk1"/>
            </a:buClr>
            <a:buSzPts val="1800"/>
            <a:buChar char="•"/>
          </a:pPr>
          <a:r>
            <a:rPr lang="en-US" sz="1700" kern="1200" dirty="0"/>
            <a:t>Results for reference case closely matched with reasonable run time, dominated by </a:t>
          </a:r>
          <a:r>
            <a:rPr lang="en-US" sz="1700" kern="1200" dirty="0" err="1"/>
            <a:t>PySpice</a:t>
          </a:r>
          <a:r>
            <a:rPr lang="en-US" sz="1700" kern="1200" dirty="0"/>
            <a:t> solver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har char="•"/>
          </a:pPr>
          <a:r>
            <a:rPr lang="en-US" sz="1700" kern="1200" dirty="0"/>
            <a:t>Future improvements could include integration with </a:t>
          </a:r>
          <a:r>
            <a:rPr lang="en-US" sz="1700" kern="1200" dirty="0" err="1"/>
            <a:t>chiplet</a:t>
          </a:r>
          <a:r>
            <a:rPr lang="en-US" sz="1700" kern="1200" dirty="0"/>
            <a:t> placement optimization, isolator incorporation, and more detailed cooling models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1000"/>
            </a:spcAft>
            <a:buChar char="•"/>
          </a:pPr>
          <a:r>
            <a:rPr lang="en-US" sz="1700" kern="1200" dirty="0"/>
            <a:t>Overall, solver provides a flexible and scalable framework for thermal analysis of advanced GPU packaging architectures</a:t>
          </a:r>
        </a:p>
      </dsp:txBody>
      <dsp:txXfrm>
        <a:off x="8965153" y="77020"/>
        <a:ext cx="5256087" cy="2988231"/>
      </dsp:txXfrm>
    </dsp:sp>
    <dsp:sp modelId="{0BD8AC1E-70B5-416A-BA98-CE840D84DF31}">
      <dsp:nvSpPr>
        <dsp:cNvPr id="0" name=""/>
        <dsp:cNvSpPr/>
      </dsp:nvSpPr>
      <dsp:spPr>
        <a:xfrm>
          <a:off x="8893455" y="3065252"/>
          <a:ext cx="5399483" cy="1315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82550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 </a:t>
          </a:r>
        </a:p>
      </dsp:txBody>
      <dsp:txXfrm>
        <a:off x="8893455" y="3065252"/>
        <a:ext cx="3802452" cy="1315769"/>
      </dsp:txXfrm>
    </dsp:sp>
    <dsp:sp modelId="{2EB468C9-3D67-494B-936A-164A4DBF76E7}">
      <dsp:nvSpPr>
        <dsp:cNvPr id="0" name=""/>
        <dsp:cNvSpPr/>
      </dsp:nvSpPr>
      <dsp:spPr>
        <a:xfrm>
          <a:off x="12546305" y="3274250"/>
          <a:ext cx="1434702" cy="143470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title"/>
          </p:nvPr>
        </p:nvSpPr>
        <p:spPr>
          <a:xfrm>
            <a:off x="110004" y="750440"/>
            <a:ext cx="3591740" cy="2597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en-US" sz="3700" dirty="0">
                <a:solidFill>
                  <a:srgbClr val="FFFFFF"/>
                </a:solidFill>
                <a:latin typeface="+mj-l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3D Thermal Solver for </a:t>
            </a:r>
            <a:r>
              <a:rPr lang="en-US" sz="3700" dirty="0" err="1">
                <a:solidFill>
                  <a:srgbClr val="FFFFFF"/>
                </a:solidFill>
                <a:latin typeface="+mj-l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Chiplet</a:t>
            </a:r>
            <a:r>
              <a:rPr lang="en-US" sz="3700" dirty="0">
                <a:solidFill>
                  <a:srgbClr val="FFFFFF"/>
                </a:solidFill>
                <a:latin typeface="+mj-l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-Based GPU Packages</a:t>
            </a:r>
            <a:endParaRPr dirty="0">
              <a:latin typeface="+mj-lt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560" y="3528130"/>
            <a:ext cx="302269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ECE201A: VLSI Design Automation Final Project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Ethan Owen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Rachel Sarmiento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</a:rPr>
              <a:t>March 13, 2026</a:t>
            </a:r>
            <a:endParaRPr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6DFB7E1-4F22-8715-7282-65CF1D380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996786"/>
              </p:ext>
            </p:extLst>
          </p:nvPr>
        </p:nvGraphicFramePr>
        <p:xfrm>
          <a:off x="4380796" y="362265"/>
          <a:ext cx="7422102" cy="597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466846" y="1703960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Thermal Solver Block Diagram</a:t>
            </a:r>
            <a:endParaRPr dirty="0">
              <a:latin typeface="+mj-lt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261410" y="511388"/>
            <a:ext cx="408846" cy="582923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3770048-E460-EE4D-9FAD-D904DE66B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92649"/>
              </p:ext>
            </p:extLst>
          </p:nvPr>
        </p:nvGraphicFramePr>
        <p:xfrm>
          <a:off x="4893852" y="269107"/>
          <a:ext cx="6820103" cy="6319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>
            <a:spLocks noGrp="1"/>
          </p:cNvSpPr>
          <p:nvPr>
            <p:ph type="title"/>
          </p:nvPr>
        </p:nvSpPr>
        <p:spPr>
          <a:xfrm>
            <a:off x="461273" y="1703960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Methodology Key Features</a:t>
            </a:r>
            <a:endParaRPr sz="4000" dirty="0">
              <a:solidFill>
                <a:srgbClr val="FFFFFF"/>
              </a:solidFill>
              <a:latin typeface="+mj-lt"/>
            </a:endParaRPr>
          </a:p>
        </p:txBody>
      </p:sp>
      <p:grpSp>
        <p:nvGrpSpPr>
          <p:cNvPr id="149" name="Google Shape;149;p3"/>
          <p:cNvGrpSpPr/>
          <p:nvPr/>
        </p:nvGrpSpPr>
        <p:grpSpPr>
          <a:xfrm>
            <a:off x="4247545" y="517138"/>
            <a:ext cx="7734723" cy="5595660"/>
            <a:chOff x="0" y="273982"/>
            <a:chExt cx="7734723" cy="5595660"/>
          </a:xfrm>
        </p:grpSpPr>
        <p:sp>
          <p:nvSpPr>
            <p:cNvPr id="150" name="Google Shape;150;p3"/>
            <p:cNvSpPr/>
            <p:nvPr/>
          </p:nvSpPr>
          <p:spPr>
            <a:xfrm>
              <a:off x="0" y="480622"/>
              <a:ext cx="7734723" cy="21168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480622"/>
              <a:ext cx="7734723" cy="211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0300" tIns="291575" rIns="600300" bIns="995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Geometry edges (material boundary, </a:t>
              </a:r>
              <a:r>
                <a:rPr lang="en-US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chiplet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edge, layer boundary) define the base grid to prevent smearing of materials across voxels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Dimension Rule: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Max X, Y = 2mm, Max Z = 0.3mm, selected to increase accuracy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 Dimension Rule: 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prevents excessive run time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Smart Subdivision Algorithm: 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Large regions are subdivided into smaller cells based on region span and max dimension rule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accent4"/>
                </a:buClr>
                <a:buSzPts val="1400"/>
                <a:buFont typeface="Arial"/>
                <a:buNone/>
              </a:pPr>
              <a:r>
                <a:rPr lang="en-US" b="0" i="0" u="none" strike="noStrike" cap="none" dirty="0">
                  <a:solidFill>
                    <a:schemeClr val="accent4"/>
                  </a:solidFill>
                  <a:latin typeface="Arial"/>
                  <a:ea typeface="Arial"/>
                  <a:cs typeface="Arial"/>
                  <a:sym typeface="Arial"/>
                </a:rPr>
                <a:t>We achieve high resolution near </a:t>
              </a:r>
              <a:r>
                <a:rPr lang="en-US" b="0" i="0" u="none" strike="noStrike" cap="none" dirty="0" err="1">
                  <a:solidFill>
                    <a:schemeClr val="accent4"/>
                  </a:solidFill>
                  <a:latin typeface="Arial"/>
                  <a:ea typeface="Arial"/>
                  <a:cs typeface="Arial"/>
                  <a:sym typeface="Arial"/>
                </a:rPr>
                <a:t>chiplets</a:t>
              </a:r>
              <a:r>
                <a:rPr lang="en-US" b="0" i="0" u="none" strike="noStrike" cap="none" dirty="0">
                  <a:solidFill>
                    <a:schemeClr val="accent4"/>
                  </a:solidFill>
                  <a:latin typeface="Arial"/>
                  <a:ea typeface="Arial"/>
                  <a:cs typeface="Arial"/>
                  <a:sym typeface="Arial"/>
                </a:rPr>
                <a:t> and low resolution in uniform regions</a:t>
              </a:r>
              <a:endParaRPr dirty="0"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86736" y="273982"/>
              <a:ext cx="5414306" cy="413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87390"/>
                </a:gs>
                <a:gs pos="50000">
                  <a:srgbClr val="0B6287"/>
                </a:gs>
                <a:gs pos="100000">
                  <a:srgbClr val="0458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406911" y="294157"/>
              <a:ext cx="5373956" cy="37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4625" tIns="0" rIns="2046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Non-Uniform Adaptive Voxel/Box Mesh</a:t>
              </a:r>
              <a:endParaRPr dirty="0"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0" y="2879662"/>
              <a:ext cx="7734723" cy="81585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2879662"/>
              <a:ext cx="7734723" cy="815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0300" tIns="291575" rIns="600300" bIns="995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 conductivity in the X,Y-plane and the Z-plane as separate conductivities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parallel mixing for X,Y-plane and series mixing for Z-plane</a:t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86736" y="2673022"/>
              <a:ext cx="5414306" cy="413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87390"/>
                </a:gs>
                <a:gs pos="50000">
                  <a:srgbClr val="0B6287"/>
                </a:gs>
                <a:gs pos="100000">
                  <a:srgbClr val="0458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406911" y="2693197"/>
              <a:ext cx="5373956" cy="37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4625" tIns="0" rIns="2046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Anisotropic Material Modeling</a:t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0" y="3977752"/>
              <a:ext cx="7734723" cy="81585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0" y="3977752"/>
              <a:ext cx="7734723" cy="815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0300" tIns="291575" rIns="600300" bIns="995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Primary solver is PySpice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Backup solvers in case of issues -- SciPy Sparse Solver or Numpy SOR Iteration</a:t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86736" y="3771112"/>
              <a:ext cx="5414306" cy="413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87390"/>
                </a:gs>
                <a:gs pos="50000">
                  <a:srgbClr val="0B6287"/>
                </a:gs>
                <a:gs pos="100000">
                  <a:srgbClr val="0458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406911" y="3791287"/>
              <a:ext cx="5373956" cy="37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4625" tIns="0" rIns="2046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SPICE Thermal Simulation with Robust Multi-Backend Solver</a:t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0" y="5075842"/>
              <a:ext cx="7734723" cy="7938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0" y="5075842"/>
              <a:ext cx="7734723" cy="79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0300" tIns="291575" rIns="600300" bIns="995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Determines fluid velocity and heatsink dimensions to compute Reynolds Number and Nusselt Number for convection coefficient</a:t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86736" y="4869202"/>
              <a:ext cx="5414306" cy="413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87390"/>
                </a:gs>
                <a:gs pos="50000">
                  <a:srgbClr val="0B6287"/>
                </a:gs>
                <a:gs pos="100000">
                  <a:srgbClr val="0458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 txBox="1"/>
            <p:nvPr/>
          </p:nvSpPr>
          <p:spPr>
            <a:xfrm>
              <a:off x="406911" y="4889377"/>
              <a:ext cx="5373956" cy="37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4625" tIns="0" rIns="2046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Water Cooling Model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2156"/>
                </a:srgbClr>
              </a:gs>
              <a:gs pos="100000">
                <a:srgbClr val="0A304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148020" y="301744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Results Summary</a:t>
            </a:r>
            <a:endParaRPr sz="4000" dirty="0">
              <a:solidFill>
                <a:srgbClr val="FFFFFF"/>
              </a:solidFill>
              <a:latin typeface="+mj-lt"/>
            </a:endParaRPr>
          </a:p>
        </p:txBody>
      </p:sp>
      <p:grpSp>
        <p:nvGrpSpPr>
          <p:cNvPr id="176" name="Google Shape;176;p4"/>
          <p:cNvGrpSpPr/>
          <p:nvPr/>
        </p:nvGrpSpPr>
        <p:grpSpPr>
          <a:xfrm>
            <a:off x="168143" y="1746442"/>
            <a:ext cx="11855708" cy="4317614"/>
            <a:chOff x="3707" y="1462"/>
            <a:chExt cx="11855708" cy="4317614"/>
          </a:xfrm>
        </p:grpSpPr>
        <p:sp>
          <p:nvSpPr>
            <p:cNvPr id="177" name="Google Shape;177;p4"/>
            <p:cNvSpPr/>
            <p:nvPr/>
          </p:nvSpPr>
          <p:spPr>
            <a:xfrm>
              <a:off x="3707" y="1462"/>
              <a:ext cx="3614545" cy="950400"/>
            </a:xfrm>
            <a:prstGeom prst="rect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3707" y="1462"/>
              <a:ext cx="3614545" cy="9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56875" rIns="99550" bIns="5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CONFIG: ECTC_2p5D_1GPU_8high_110325_higherHTC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707" y="951862"/>
              <a:ext cx="3614545" cy="3367214"/>
            </a:xfrm>
            <a:prstGeom prst="rect">
              <a:avLst/>
            </a:prstGeom>
            <a:solidFill>
              <a:srgbClr val="F6D4CC">
                <a:alpha val="90196"/>
              </a:srgbClr>
            </a:solidFill>
            <a:ln w="12700" cap="flat" cmpd="sng">
              <a:solidFill>
                <a:srgbClr val="F6D4CC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3707" y="951862"/>
              <a:ext cx="3614545" cy="3367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gpu: 101.260618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hbm: 93.495963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gpu: 99.092325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hbm: 91.218611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 time: 95.776 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pyspice time: 93.601 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placement time: 0.491 s</a:t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4124288" y="1462"/>
              <a:ext cx="3614545" cy="950400"/>
            </a:xfrm>
            <a:prstGeom prst="rect">
              <a:avLst/>
            </a:prstGeom>
            <a:gradFill>
              <a:gsLst>
                <a:gs pos="0">
                  <a:srgbClr val="99BA4A"/>
                </a:gs>
                <a:gs pos="50000">
                  <a:srgbClr val="8FB614"/>
                </a:gs>
                <a:gs pos="100000">
                  <a:srgbClr val="81A70B"/>
                </a:gs>
              </a:gsLst>
              <a:lin ang="5400000" scaled="0"/>
            </a:gradFill>
            <a:ln w="12700" cap="flat" cmpd="sng">
              <a:solidFill>
                <a:srgbClr val="8CAF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4124288" y="1462"/>
              <a:ext cx="3614545" cy="9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56875" rIns="99550" bIns="5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CONFIG: ECTC_3D_1GPU_8high_120125_higherHTC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4124288" y="951862"/>
              <a:ext cx="3614545" cy="3367214"/>
            </a:xfrm>
            <a:prstGeom prst="rect">
              <a:avLst/>
            </a:prstGeom>
            <a:solidFill>
              <a:srgbClr val="E2E6C8">
                <a:alpha val="90196"/>
              </a:srgbClr>
            </a:solidFill>
            <a:ln w="12700" cap="flat" cmpd="sng">
              <a:solidFill>
                <a:srgbClr val="E2E6C8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4124288" y="951862"/>
              <a:ext cx="3614545" cy="3367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gpu: 122.017986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hbm: 122.340038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gpu: 121.264252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hbm: 122.023830 C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 time: 29.438 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pyspice time: 28.329 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placement time: 0.012 s</a:t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8244870" y="1462"/>
              <a:ext cx="3614545" cy="950400"/>
            </a:xfrm>
            <a:prstGeom prst="rect">
              <a:avLst/>
            </a:prstGeom>
            <a:gradFill>
              <a:gsLst>
                <a:gs pos="0">
                  <a:srgbClr val="497B4D"/>
                </a:gs>
                <a:gs pos="50000">
                  <a:srgbClr val="126D20"/>
                </a:gs>
                <a:gs pos="100000">
                  <a:srgbClr val="0C6319"/>
                </a:gs>
              </a:gsLst>
              <a:lin ang="5400000" scaled="0"/>
            </a:gradFill>
            <a:ln w="12700" cap="flat" cmpd="sng">
              <a:solidFill>
                <a:srgbClr val="1869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8244870" y="1462"/>
              <a:ext cx="3614545" cy="9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550" tIns="56875" rIns="99550" bIns="5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CONFIG: ECTC_3D_1GPU_8high_110325_higherHTC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8244870" y="951862"/>
              <a:ext cx="3614545" cy="3367214"/>
            </a:xfrm>
            <a:prstGeom prst="rect">
              <a:avLst/>
            </a:prstGeom>
            <a:solidFill>
              <a:srgbClr val="CAD2CA">
                <a:alpha val="90196"/>
              </a:srgbClr>
            </a:solidFill>
            <a:ln w="12700" cap="flat" cmpd="sng">
              <a:solidFill>
                <a:srgbClr val="CAD2CA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8244870" y="951862"/>
              <a:ext cx="3614545" cy="3367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</a:t>
              </a:r>
              <a:r>
                <a:rPr lang="en-US" sz="14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gpu</a:t>
              </a: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126.400908 C</a:t>
              </a: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temp </a:t>
              </a:r>
              <a:r>
                <a:rPr lang="en-US" sz="14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hbm</a:t>
              </a: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125.303826 C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</a:t>
              </a:r>
              <a:r>
                <a:rPr lang="en-US" sz="14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gpu</a:t>
              </a: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124.552848 C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avg temp </a:t>
              </a:r>
              <a:r>
                <a:rPr lang="en-US" sz="14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hbm</a:t>
              </a: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124.813398 C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 time: 29.415 s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pyspice</a:t>
              </a: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time: 28.282 s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placement time: 0.012 s</a:t>
              </a:r>
              <a:endParaRPr dirty="0"/>
            </a:p>
            <a:p>
              <a:pPr marL="114300" marR="0" lvl="1" indent="-254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peak variance: 0.683685 C^2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average variance: 0.652491 C^2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peak temp vs golden: 0.271364 C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average temp vs golden: 0.250548 C</a:t>
              </a:r>
              <a:endParaRPr dirty="0"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average variance match vs golden: 97.90%</a:t>
              </a:r>
              <a:endParaRPr dirty="0"/>
            </a:p>
          </p:txBody>
        </p:sp>
      </p:grpSp>
      <p:sp>
        <p:nvSpPr>
          <p:cNvPr id="189" name="Google Shape;189;p4"/>
          <p:cNvSpPr/>
          <p:nvPr/>
        </p:nvSpPr>
        <p:spPr>
          <a:xfrm>
            <a:off x="164436" y="4668418"/>
            <a:ext cx="8019444" cy="166657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cap="flat" cmpd="sng">
            <a:solidFill>
              <a:schemeClr val="bg2">
                <a:lumMod val="75000"/>
                <a:lumOff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2.5D configuration significantly reduces temperature while 3D stacked design produces higher thermal density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PySpice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dominates run time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Comparison to golden reference case shows similar peak and average temperatures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title"/>
          </p:nvPr>
        </p:nvSpPr>
        <p:spPr>
          <a:xfrm>
            <a:off x="1148022" y="27444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Conclusion</a:t>
            </a:r>
            <a:endParaRPr sz="4000" dirty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60D878E-047A-0D12-BE63-09675A379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8925238"/>
              </p:ext>
            </p:extLst>
          </p:nvPr>
        </p:nvGraphicFramePr>
        <p:xfrm>
          <a:off x="-2619736" y="1869276"/>
          <a:ext cx="17431472" cy="4714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797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Play</vt:lpstr>
      <vt:lpstr>Arial</vt:lpstr>
      <vt:lpstr>Office Theme</vt:lpstr>
      <vt:lpstr>3D Thermal Solver for Chiplet-Based GPU Packages</vt:lpstr>
      <vt:lpstr>Thermal Solver Block Diagram</vt:lpstr>
      <vt:lpstr>Methodology Key Features</vt:lpstr>
      <vt:lpstr>Results Summary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Rachel S.</dc:creator>
  <cp:lastModifiedBy>Rachel S.</cp:lastModifiedBy>
  <cp:revision>3</cp:revision>
  <dcterms:created xsi:type="dcterms:W3CDTF">2026-03-13T03:38:13Z</dcterms:created>
  <dcterms:modified xsi:type="dcterms:W3CDTF">2026-03-13T15:15:33Z</dcterms:modified>
</cp:coreProperties>
</file>